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6413"/>
  <p:notesSz cx="6856413" cy="12192000"/>
  <p:embeddedFontLst>
    <p:embeddedFont>
      <p:font typeface="Alimama ShuHeiTi" charset="-122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>
        <p:scale>
          <a:sx n="76" d="100"/>
          <a:sy n="76" d="100"/>
        </p:scale>
        <p:origin x="898" y="6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3155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1">
            <a:off x="-950152" y="-1044154"/>
            <a:ext cx="4091275" cy="3273020"/>
          </a:xfrm>
          <a:custGeom>
            <a:avLst/>
            <a:gdLst/>
            <a:ahLst/>
            <a:cxnLst/>
            <a:rect l="l" t="t" r="r" b="b"/>
            <a:pathLst>
              <a:path w="4091275" h="3273020">
                <a:moveTo>
                  <a:pt x="0" y="0"/>
                </a:moveTo>
                <a:lnTo>
                  <a:pt x="4091275" y="0"/>
                </a:lnTo>
                <a:lnTo>
                  <a:pt x="4091275" y="3273020"/>
                </a:lnTo>
                <a:lnTo>
                  <a:pt x="0" y="327302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720001">
            <a:off x="9919393" y="-564608"/>
            <a:ext cx="2454765" cy="1636510"/>
          </a:xfrm>
          <a:custGeom>
            <a:avLst/>
            <a:gdLst/>
            <a:ahLst/>
            <a:cxnLst/>
            <a:rect l="l" t="t" r="r" b="b"/>
            <a:pathLst>
              <a:path w="2454765" h="1636510">
                <a:moveTo>
                  <a:pt x="0" y="0"/>
                </a:moveTo>
                <a:lnTo>
                  <a:pt x="2454765" y="0"/>
                </a:lnTo>
                <a:lnTo>
                  <a:pt x="2454765" y="1636510"/>
                </a:lnTo>
                <a:lnTo>
                  <a:pt x="0" y="16365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-720001">
            <a:off x="-437015" y="4818277"/>
            <a:ext cx="1636510" cy="1227383"/>
          </a:xfrm>
          <a:custGeom>
            <a:avLst/>
            <a:gdLst/>
            <a:ahLst/>
            <a:cxnLst/>
            <a:rect l="l" t="t" r="r" b="b"/>
            <a:pathLst>
              <a:path w="1636510" h="1227383">
                <a:moveTo>
                  <a:pt x="0" y="0"/>
                </a:moveTo>
                <a:lnTo>
                  <a:pt x="1636510" y="0"/>
                </a:lnTo>
                <a:lnTo>
                  <a:pt x="1636510" y="1227383"/>
                </a:lnTo>
                <a:lnTo>
                  <a:pt x="0" y="122738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720001">
            <a:off x="9352317" y="4743388"/>
            <a:ext cx="3273020" cy="2454765"/>
          </a:xfrm>
          <a:custGeom>
            <a:avLst/>
            <a:gdLst/>
            <a:ahLst/>
            <a:cxnLst/>
            <a:rect l="l" t="t" r="r" b="b"/>
            <a:pathLst>
              <a:path w="3273020" h="2454765">
                <a:moveTo>
                  <a:pt x="0" y="0"/>
                </a:moveTo>
                <a:lnTo>
                  <a:pt x="3273020" y="0"/>
                </a:lnTo>
                <a:lnTo>
                  <a:pt x="3273020" y="2454765"/>
                </a:lnTo>
                <a:lnTo>
                  <a:pt x="0" y="2454765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63998" y="973723"/>
            <a:ext cx="5498674" cy="4909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5772" b="1" dirty="0">
                <a:solidFill>
                  <a:srgbClr val="000000">
                    <a:alpha val="3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7302" y="2029272"/>
            <a:ext cx="3821251" cy="1489224"/>
          </a:xfrm>
          <a:custGeom>
            <a:avLst/>
            <a:gdLst/>
            <a:ahLst/>
            <a:cxnLst/>
            <a:rect l="l" t="t" r="r" b="b"/>
            <a:pathLst>
              <a:path w="3821251" h="1489224">
                <a:moveTo>
                  <a:pt x="0" y="0"/>
                </a:moveTo>
                <a:lnTo>
                  <a:pt x="3821251" y="0"/>
                </a:lnTo>
                <a:lnTo>
                  <a:pt x="3821251" y="1489224"/>
                </a:lnTo>
                <a:lnTo>
                  <a:pt x="0" y="1489224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89144" y="2160193"/>
            <a:ext cx="3543044" cy="1227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66" b="1" kern="0" spc="-97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การนำเสนอและ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866" b="1" kern="0" spc="-97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สื่อสารนโยบาย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83636" y="2957174"/>
            <a:ext cx="5253197" cy="458223"/>
          </a:xfrm>
          <a:custGeom>
            <a:avLst/>
            <a:gdLst/>
            <a:ahLst/>
            <a:cxnLst/>
            <a:rect l="l" t="t" r="r" b="b"/>
            <a:pathLst>
              <a:path w="5253197" h="458223">
                <a:moveTo>
                  <a:pt x="0" y="0"/>
                </a:moveTo>
                <a:lnTo>
                  <a:pt x="5253197" y="0"/>
                </a:lnTo>
                <a:lnTo>
                  <a:pt x="5253197" y="458223"/>
                </a:lnTo>
                <a:lnTo>
                  <a:pt x="0" y="45822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0017" y="3055364"/>
            <a:ext cx="4958626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6" b="1" kern="0" spc="155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POLICY PRESENTATION &amp; COMMUNICATION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0032" y="3976719"/>
            <a:ext cx="5465944" cy="850985"/>
          </a:xfrm>
          <a:custGeom>
            <a:avLst/>
            <a:gdLst/>
            <a:ahLst/>
            <a:cxnLst/>
            <a:rect l="l" t="t" r="r" b="b"/>
            <a:pathLst>
              <a:path w="5465944" h="850985">
                <a:moveTo>
                  <a:pt x="0" y="0"/>
                </a:moveTo>
                <a:lnTo>
                  <a:pt x="5465944" y="0"/>
                </a:lnTo>
                <a:lnTo>
                  <a:pt x="5465944" y="850985"/>
                </a:lnTo>
                <a:lnTo>
                  <a:pt x="0" y="850985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0032" y="3976719"/>
            <a:ext cx="65460" cy="850985"/>
          </a:xfrm>
          <a:custGeom>
            <a:avLst/>
            <a:gdLst/>
            <a:ahLst/>
            <a:cxnLst/>
            <a:rect l="l" t="t" r="r" b="b"/>
            <a:pathLst>
              <a:path w="65460" h="850985">
                <a:moveTo>
                  <a:pt x="0" y="0"/>
                </a:moveTo>
                <a:lnTo>
                  <a:pt x="65460" y="0"/>
                </a:lnTo>
                <a:lnTo>
                  <a:pt x="65460" y="850985"/>
                </a:lnTo>
                <a:lnTo>
                  <a:pt x="0" y="850985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9144" y="4107640"/>
            <a:ext cx="5359570" cy="294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33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เปลี่ยน "ข้อมูล" ให้เป็น "การตัดสินใจ"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9144" y="4467672"/>
            <a:ext cx="5318658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9" dirty="0">
                <a:solidFill>
                  <a:srgbClr val="000000">
                    <a:alpha val="7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Transforming Data into Decisions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7302" y="6382389"/>
            <a:ext cx="654604" cy="65460"/>
          </a:xfrm>
          <a:custGeom>
            <a:avLst/>
            <a:gdLst/>
            <a:ahLst/>
            <a:cxnLst/>
            <a:rect l="l" t="t" r="r" b="b"/>
            <a:pathLst>
              <a:path w="654604" h="65460">
                <a:moveTo>
                  <a:pt x="0" y="0"/>
                </a:moveTo>
                <a:lnTo>
                  <a:pt x="654604" y="0"/>
                </a:lnTo>
                <a:lnTo>
                  <a:pt x="654604" y="65460"/>
                </a:lnTo>
                <a:lnTo>
                  <a:pt x="0" y="6546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12827" y="6382389"/>
            <a:ext cx="392762" cy="65460"/>
          </a:xfrm>
          <a:custGeom>
            <a:avLst/>
            <a:gdLst/>
            <a:ahLst/>
            <a:cxnLst/>
            <a:rect l="l" t="t" r="r" b="b"/>
            <a:pathLst>
              <a:path w="392762" h="65460">
                <a:moveTo>
                  <a:pt x="0" y="0"/>
                </a:moveTo>
                <a:lnTo>
                  <a:pt x="392762" y="0"/>
                </a:lnTo>
                <a:lnTo>
                  <a:pt x="392762" y="65460"/>
                </a:lnTo>
                <a:lnTo>
                  <a:pt x="0" y="654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636510" y="6300564"/>
            <a:ext cx="417310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2026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246803" y="2855710"/>
            <a:ext cx="1145557" cy="1145557"/>
          </a:xfrm>
          <a:custGeom>
            <a:avLst/>
            <a:gdLst/>
            <a:ahLst/>
            <a:cxnLst/>
            <a:rect l="l" t="t" r="r" b="b"/>
            <a:pathLst>
              <a:path w="1145557" h="1145557">
                <a:moveTo>
                  <a:pt x="1031896" y="42287"/>
                </a:moveTo>
                <a:cubicBezTo>
                  <a:pt x="1057627" y="53698"/>
                  <a:pt x="1073960" y="79205"/>
                  <a:pt x="1073960" y="107396"/>
                </a:cubicBezTo>
                <a:lnTo>
                  <a:pt x="1073960" y="1038161"/>
                </a:lnTo>
                <a:cubicBezTo>
                  <a:pt x="1073960" y="1066353"/>
                  <a:pt x="1057627" y="1091859"/>
                  <a:pt x="1031896" y="1103270"/>
                </a:cubicBezTo>
                <a:cubicBezTo>
                  <a:pt x="1006166" y="1114681"/>
                  <a:pt x="976408" y="1110430"/>
                  <a:pt x="955153" y="1091859"/>
                </a:cubicBezTo>
                <a:lnTo>
                  <a:pt x="850889" y="1000796"/>
                </a:lnTo>
                <a:cubicBezTo>
                  <a:pt x="753338" y="915551"/>
                  <a:pt x="630056" y="865880"/>
                  <a:pt x="500957" y="859839"/>
                </a:cubicBezTo>
                <a:lnTo>
                  <a:pt x="500957" y="1073960"/>
                </a:lnTo>
                <a:cubicBezTo>
                  <a:pt x="500957" y="1113562"/>
                  <a:pt x="468962" y="1145557"/>
                  <a:pt x="429360" y="1145557"/>
                </a:cubicBezTo>
                <a:lnTo>
                  <a:pt x="357763" y="1145557"/>
                </a:lnTo>
                <a:cubicBezTo>
                  <a:pt x="318161" y="1145557"/>
                  <a:pt x="286166" y="1113562"/>
                  <a:pt x="286166" y="1073960"/>
                </a:cubicBezTo>
                <a:lnTo>
                  <a:pt x="286166" y="859168"/>
                </a:lnTo>
                <a:cubicBezTo>
                  <a:pt x="128204" y="859168"/>
                  <a:pt x="0" y="730964"/>
                  <a:pt x="0" y="572779"/>
                </a:cubicBezTo>
                <a:cubicBezTo>
                  <a:pt x="0" y="414593"/>
                  <a:pt x="128204" y="286389"/>
                  <a:pt x="286389" y="286389"/>
                </a:cubicBezTo>
                <a:lnTo>
                  <a:pt x="475451" y="286389"/>
                </a:lnTo>
                <a:cubicBezTo>
                  <a:pt x="613723" y="285942"/>
                  <a:pt x="747073" y="235600"/>
                  <a:pt x="851113" y="144761"/>
                </a:cubicBezTo>
                <a:lnTo>
                  <a:pt x="955377" y="53698"/>
                </a:lnTo>
                <a:cubicBezTo>
                  <a:pt x="976408" y="35127"/>
                  <a:pt x="1006614" y="30876"/>
                  <a:pt x="1032120" y="42287"/>
                </a:cubicBezTo>
                <a:close/>
                <a:moveTo>
                  <a:pt x="501181" y="715973"/>
                </a:moveTo>
                <a:lnTo>
                  <a:pt x="501181" y="716421"/>
                </a:lnTo>
                <a:cubicBezTo>
                  <a:pt x="658472" y="722462"/>
                  <a:pt x="809497" y="780187"/>
                  <a:pt x="930765" y="880647"/>
                </a:cubicBezTo>
                <a:lnTo>
                  <a:pt x="930765" y="264686"/>
                </a:lnTo>
                <a:cubicBezTo>
                  <a:pt x="809497" y="365146"/>
                  <a:pt x="658472" y="422872"/>
                  <a:pt x="501181" y="428913"/>
                </a:cubicBezTo>
                <a:lnTo>
                  <a:pt x="501181" y="715973"/>
                </a:lnTo>
                <a:close/>
              </a:path>
            </a:pathLst>
          </a:custGeom>
          <a:solidFill>
            <a:srgbClr val="CC000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1">
            <a:off x="8411428" y="-432646"/>
            <a:ext cx="4762500" cy="5715000"/>
          </a:xfrm>
          <a:custGeom>
            <a:avLst/>
            <a:gdLst/>
            <a:ahLst/>
            <a:cxnLst/>
            <a:rect l="l" t="t" r="r" b="b"/>
            <a:pathLst>
              <a:path w="4762500" h="5715000">
                <a:moveTo>
                  <a:pt x="0" y="0"/>
                </a:moveTo>
                <a:lnTo>
                  <a:pt x="4762500" y="0"/>
                </a:lnTo>
                <a:lnTo>
                  <a:pt x="4762500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43700"/>
            <a:ext cx="12192000" cy="114300"/>
          </a:xfrm>
          <a:custGeom>
            <a:avLst/>
            <a:gdLst/>
            <a:ahLst/>
            <a:cxnLst/>
            <a:rect l="l" t="t" r="r" b="b"/>
            <a:pathLst>
              <a:path w="12192000" h="114300">
                <a:moveTo>
                  <a:pt x="0" y="0"/>
                </a:moveTo>
                <a:lnTo>
                  <a:pt x="12192000" y="0"/>
                </a:lnTo>
                <a:lnTo>
                  <a:pt x="121920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81000" y="438150"/>
            <a:ext cx="76200" cy="609600"/>
          </a:xfrm>
          <a:custGeom>
            <a:avLst/>
            <a:gdLst/>
            <a:ahLst/>
            <a:cxnLst/>
            <a:rect l="l" t="t" r="r" b="b"/>
            <a:pathLst>
              <a:path w="76200" h="609600">
                <a:moveTo>
                  <a:pt x="0" y="0"/>
                </a:moveTo>
                <a:lnTo>
                  <a:pt x="76200" y="0"/>
                </a:lnTo>
                <a:lnTo>
                  <a:pt x="762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09600" y="381000"/>
            <a:ext cx="403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LEARNING OBJECTIVES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600" y="647700"/>
            <a:ext cx="419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สิ่งที่คุณจะได้เรียนรู้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1409700"/>
            <a:ext cx="3657600" cy="2533650"/>
          </a:xfrm>
          <a:custGeom>
            <a:avLst/>
            <a:gdLst/>
            <a:ahLst/>
            <a:cxnLst/>
            <a:rect l="l" t="t" r="r" b="b"/>
            <a:pathLst>
              <a:path w="3657600" h="2533650">
                <a:moveTo>
                  <a:pt x="0" y="0"/>
                </a:moveTo>
                <a:lnTo>
                  <a:pt x="3657600" y="0"/>
                </a:lnTo>
                <a:lnTo>
                  <a:pt x="3657600" y="2533650"/>
                </a:lnTo>
                <a:lnTo>
                  <a:pt x="0" y="25336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842260" y="1257300"/>
            <a:ext cx="19240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000" b="1" dirty="0">
                <a:solidFill>
                  <a:srgbClr val="CC0000">
                    <a:alpha val="2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67200" y="1409700"/>
            <a:ext cx="3657600" cy="2533650"/>
          </a:xfrm>
          <a:custGeom>
            <a:avLst/>
            <a:gdLst/>
            <a:ahLst/>
            <a:cxnLst/>
            <a:rect l="l" t="t" r="r" b="b"/>
            <a:pathLst>
              <a:path w="3657600" h="2533650">
                <a:moveTo>
                  <a:pt x="0" y="0"/>
                </a:moveTo>
                <a:lnTo>
                  <a:pt x="3657600" y="0"/>
                </a:lnTo>
                <a:lnTo>
                  <a:pt x="3657600" y="2533650"/>
                </a:lnTo>
                <a:lnTo>
                  <a:pt x="0" y="253365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28460" y="1257300"/>
            <a:ext cx="19240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000" b="1" dirty="0">
                <a:solidFill>
                  <a:srgbClr val="000000">
                    <a:alpha val="2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53400" y="1409700"/>
            <a:ext cx="3657600" cy="2533650"/>
          </a:xfrm>
          <a:custGeom>
            <a:avLst/>
            <a:gdLst/>
            <a:ahLst/>
            <a:cxnLst/>
            <a:rect l="l" t="t" r="r" b="b"/>
            <a:pathLst>
              <a:path w="3657600" h="2533650">
                <a:moveTo>
                  <a:pt x="0" y="0"/>
                </a:moveTo>
                <a:lnTo>
                  <a:pt x="3657600" y="0"/>
                </a:lnTo>
                <a:lnTo>
                  <a:pt x="3657600" y="2533650"/>
                </a:lnTo>
                <a:lnTo>
                  <a:pt x="0" y="25336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614660" y="1257300"/>
            <a:ext cx="19240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000" b="1" dirty="0">
                <a:solidFill>
                  <a:srgbClr val="CC0000">
                    <a:alpha val="2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9600" y="1638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8188" y="1800225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78594" y="8930"/>
                </a:moveTo>
                <a:cubicBezTo>
                  <a:pt x="210629" y="8930"/>
                  <a:pt x="236637" y="34938"/>
                  <a:pt x="236637" y="66973"/>
                </a:cubicBezTo>
                <a:cubicBezTo>
                  <a:pt x="236637" y="99007"/>
                  <a:pt x="210629" y="125016"/>
                  <a:pt x="178594" y="125016"/>
                </a:cubicBezTo>
                <a:cubicBezTo>
                  <a:pt x="146559" y="125016"/>
                  <a:pt x="120551" y="99007"/>
                  <a:pt x="120551" y="66973"/>
                </a:cubicBezTo>
                <a:cubicBezTo>
                  <a:pt x="120551" y="34938"/>
                  <a:pt x="146559" y="8930"/>
                  <a:pt x="178594" y="8930"/>
                </a:cubicBezTo>
                <a:close/>
                <a:moveTo>
                  <a:pt x="53578" y="49113"/>
                </a:moveTo>
                <a:cubicBezTo>
                  <a:pt x="75756" y="49113"/>
                  <a:pt x="93762" y="67119"/>
                  <a:pt x="93762" y="89297"/>
                </a:cubicBezTo>
                <a:cubicBezTo>
                  <a:pt x="93762" y="111475"/>
                  <a:pt x="75756" y="129480"/>
                  <a:pt x="53578" y="129480"/>
                </a:cubicBezTo>
                <a:cubicBezTo>
                  <a:pt x="31400" y="129480"/>
                  <a:pt x="13395" y="111475"/>
                  <a:pt x="13395" y="89297"/>
                </a:cubicBezTo>
                <a:cubicBezTo>
                  <a:pt x="13395" y="67119"/>
                  <a:pt x="31400" y="49113"/>
                  <a:pt x="53578" y="49113"/>
                </a:cubicBezTo>
                <a:close/>
                <a:moveTo>
                  <a:pt x="0" y="232172"/>
                </a:moveTo>
                <a:cubicBezTo>
                  <a:pt x="0" y="192714"/>
                  <a:pt x="31979" y="160734"/>
                  <a:pt x="71438" y="160734"/>
                </a:cubicBezTo>
                <a:cubicBezTo>
                  <a:pt x="78581" y="160734"/>
                  <a:pt x="85502" y="161795"/>
                  <a:pt x="92032" y="163748"/>
                </a:cubicBezTo>
                <a:cubicBezTo>
                  <a:pt x="73670" y="184286"/>
                  <a:pt x="62508" y="211410"/>
                  <a:pt x="62508" y="241102"/>
                </a:cubicBezTo>
                <a:lnTo>
                  <a:pt x="62508" y="250031"/>
                </a:lnTo>
                <a:cubicBezTo>
                  <a:pt x="62508" y="256394"/>
                  <a:pt x="63847" y="262421"/>
                  <a:pt x="66247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lnTo>
                  <a:pt x="0" y="232172"/>
                </a:lnTo>
                <a:close/>
                <a:moveTo>
                  <a:pt x="290940" y="267891"/>
                </a:moveTo>
                <a:cubicBezTo>
                  <a:pt x="293340" y="262421"/>
                  <a:pt x="294680" y="256394"/>
                  <a:pt x="294680" y="250031"/>
                </a:cubicBezTo>
                <a:lnTo>
                  <a:pt x="294680" y="241102"/>
                </a:lnTo>
                <a:cubicBezTo>
                  <a:pt x="294680" y="211410"/>
                  <a:pt x="283518" y="184286"/>
                  <a:pt x="265156" y="163748"/>
                </a:cubicBezTo>
                <a:cubicBezTo>
                  <a:pt x="271686" y="161795"/>
                  <a:pt x="278606" y="160734"/>
                  <a:pt x="285750" y="160734"/>
                </a:cubicBezTo>
                <a:cubicBezTo>
                  <a:pt x="325208" y="160734"/>
                  <a:pt x="357188" y="192714"/>
                  <a:pt x="357188" y="232172"/>
                </a:cubicBezTo>
                <a:lnTo>
                  <a:pt x="357188" y="250031"/>
                </a:lnTo>
                <a:cubicBezTo>
                  <a:pt x="357188" y="259910"/>
                  <a:pt x="349207" y="267891"/>
                  <a:pt x="339328" y="267891"/>
                </a:cubicBezTo>
                <a:lnTo>
                  <a:pt x="290940" y="267891"/>
                </a:lnTo>
                <a:close/>
                <a:moveTo>
                  <a:pt x="263426" y="89297"/>
                </a:moveTo>
                <a:cubicBezTo>
                  <a:pt x="263426" y="67119"/>
                  <a:pt x="281431" y="49113"/>
                  <a:pt x="303609" y="49113"/>
                </a:cubicBezTo>
                <a:cubicBezTo>
                  <a:pt x="325787" y="49113"/>
                  <a:pt x="343793" y="67119"/>
                  <a:pt x="343793" y="89297"/>
                </a:cubicBezTo>
                <a:cubicBezTo>
                  <a:pt x="343793" y="111475"/>
                  <a:pt x="325787" y="129480"/>
                  <a:pt x="303609" y="129480"/>
                </a:cubicBezTo>
                <a:cubicBezTo>
                  <a:pt x="281431" y="129480"/>
                  <a:pt x="263426" y="111475"/>
                  <a:pt x="263426" y="89297"/>
                </a:cubicBezTo>
                <a:close/>
                <a:moveTo>
                  <a:pt x="89297" y="241102"/>
                </a:moveTo>
                <a:cubicBezTo>
                  <a:pt x="89297" y="191765"/>
                  <a:pt x="129257" y="151805"/>
                  <a:pt x="178594" y="151805"/>
                </a:cubicBezTo>
                <a:cubicBezTo>
                  <a:pt x="227930" y="151805"/>
                  <a:pt x="267891" y="191765"/>
                  <a:pt x="267891" y="241102"/>
                </a:cubicBezTo>
                <a:lnTo>
                  <a:pt x="267891" y="250031"/>
                </a:lnTo>
                <a:cubicBezTo>
                  <a:pt x="267891" y="259910"/>
                  <a:pt x="259910" y="267891"/>
                  <a:pt x="250031" y="267891"/>
                </a:cubicBezTo>
                <a:lnTo>
                  <a:pt x="107156" y="267891"/>
                </a:lnTo>
                <a:cubicBezTo>
                  <a:pt x="97278" y="267891"/>
                  <a:pt x="89297" y="259910"/>
                  <a:pt x="89297" y="250031"/>
                </a:cubicBezTo>
                <a:lnTo>
                  <a:pt x="89297" y="241102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9600" y="2438400"/>
            <a:ext cx="331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วิเคราะห์กลุ่มเป้าหมาย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600" y="2895481"/>
            <a:ext cx="32861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5F1E6">
                    <a:alpha val="9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Audience Mapping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9600" y="3330298"/>
            <a:ext cx="3200400" cy="7620"/>
          </a:xfrm>
          <a:custGeom>
            <a:avLst/>
            <a:gdLst/>
            <a:ahLst/>
            <a:cxnLst/>
            <a:rect l="l" t="t" r="r" b="b"/>
            <a:pathLst>
              <a:path w="3200400" h="7620">
                <a:moveTo>
                  <a:pt x="0" y="0"/>
                </a:moveTo>
                <a:lnTo>
                  <a:pt x="3200400" y="0"/>
                </a:lnTo>
                <a:lnTo>
                  <a:pt x="32004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9600" y="3486507"/>
            <a:ext cx="327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เข้าใจผู้ฟัง 3 กลุ่มหลักและวิธีสื่อสารให้ตรงจุด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95800" y="1638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0106" y="18002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78860"/>
                </a:moveTo>
                <a:lnTo>
                  <a:pt x="142875" y="251482"/>
                </a:lnTo>
                <a:lnTo>
                  <a:pt x="143154" y="251371"/>
                </a:lnTo>
                <a:cubicBezTo>
                  <a:pt x="173627" y="238702"/>
                  <a:pt x="206332" y="232172"/>
                  <a:pt x="239316" y="232172"/>
                </a:cubicBezTo>
                <a:lnTo>
                  <a:pt x="250031" y="232172"/>
                </a:lnTo>
                <a:lnTo>
                  <a:pt x="250031" y="53578"/>
                </a:lnTo>
                <a:lnTo>
                  <a:pt x="239316" y="53578"/>
                </a:lnTo>
                <a:cubicBezTo>
                  <a:pt x="215764" y="53578"/>
                  <a:pt x="192379" y="58266"/>
                  <a:pt x="170613" y="67308"/>
                </a:cubicBezTo>
                <a:cubicBezTo>
                  <a:pt x="161237" y="71214"/>
                  <a:pt x="151972" y="75065"/>
                  <a:pt x="142875" y="78860"/>
                </a:cubicBezTo>
                <a:close/>
                <a:moveTo>
                  <a:pt x="128867" y="34323"/>
                </a:moveTo>
                <a:lnTo>
                  <a:pt x="142875" y="40184"/>
                </a:lnTo>
                <a:lnTo>
                  <a:pt x="156883" y="34323"/>
                </a:lnTo>
                <a:cubicBezTo>
                  <a:pt x="183003" y="23440"/>
                  <a:pt x="211020" y="17859"/>
                  <a:pt x="239316" y="17859"/>
                </a:cubicBezTo>
                <a:lnTo>
                  <a:pt x="258961" y="17859"/>
                </a:lnTo>
                <a:cubicBezTo>
                  <a:pt x="273751" y="17859"/>
                  <a:pt x="285750" y="29859"/>
                  <a:pt x="285750" y="44648"/>
                </a:cubicBezTo>
                <a:lnTo>
                  <a:pt x="285750" y="241102"/>
                </a:lnTo>
                <a:cubicBezTo>
                  <a:pt x="285750" y="255891"/>
                  <a:pt x="273751" y="267891"/>
                  <a:pt x="258961" y="267891"/>
                </a:cubicBezTo>
                <a:lnTo>
                  <a:pt x="239316" y="267891"/>
                </a:lnTo>
                <a:cubicBezTo>
                  <a:pt x="211020" y="267891"/>
                  <a:pt x="183003" y="273472"/>
                  <a:pt x="156883" y="284355"/>
                </a:cubicBezTo>
                <a:lnTo>
                  <a:pt x="149740" y="287313"/>
                </a:lnTo>
                <a:cubicBezTo>
                  <a:pt x="145331" y="289154"/>
                  <a:pt x="140419" y="289154"/>
                  <a:pt x="136010" y="287313"/>
                </a:cubicBezTo>
                <a:lnTo>
                  <a:pt x="128867" y="284355"/>
                </a:lnTo>
                <a:cubicBezTo>
                  <a:pt x="102747" y="273472"/>
                  <a:pt x="74730" y="267891"/>
                  <a:pt x="46434" y="267891"/>
                </a:cubicBezTo>
                <a:lnTo>
                  <a:pt x="26789" y="267891"/>
                </a:lnTo>
                <a:cubicBezTo>
                  <a:pt x="11999" y="267891"/>
                  <a:pt x="0" y="255891"/>
                  <a:pt x="0" y="241102"/>
                </a:cubicBezTo>
                <a:lnTo>
                  <a:pt x="0" y="44648"/>
                </a:lnTo>
                <a:cubicBezTo>
                  <a:pt x="0" y="29859"/>
                  <a:pt x="11999" y="17859"/>
                  <a:pt x="26789" y="17859"/>
                </a:cubicBezTo>
                <a:lnTo>
                  <a:pt x="46434" y="17859"/>
                </a:lnTo>
                <a:cubicBezTo>
                  <a:pt x="74730" y="17859"/>
                  <a:pt x="102747" y="23440"/>
                  <a:pt x="128867" y="34323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495800" y="2438400"/>
            <a:ext cx="331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สร้างเรื่องราวที่น่าจดจำ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95800" y="2895481"/>
            <a:ext cx="32861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5F1E6">
                    <a:alpha val="9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Storytelling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95800" y="3330298"/>
            <a:ext cx="3200400" cy="7620"/>
          </a:xfrm>
          <a:custGeom>
            <a:avLst/>
            <a:gdLst/>
            <a:ahLst/>
            <a:cxnLst/>
            <a:rect l="l" t="t" r="r" b="b"/>
            <a:pathLst>
              <a:path w="3200400" h="7620">
                <a:moveTo>
                  <a:pt x="0" y="0"/>
                </a:moveTo>
                <a:lnTo>
                  <a:pt x="3200400" y="0"/>
                </a:lnTo>
                <a:lnTo>
                  <a:pt x="32004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495800" y="3486507"/>
            <a:ext cx="327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ใช้กรอบ SCQA เล่าเรื่องให้โน้มน้าวใจ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382000" y="1638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546306" y="18002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7859" y="17859"/>
                </a:moveTo>
                <a:cubicBezTo>
                  <a:pt x="27738" y="17859"/>
                  <a:pt x="35719" y="25840"/>
                  <a:pt x="35719" y="35719"/>
                </a:cubicBezTo>
                <a:lnTo>
                  <a:pt x="35719" y="223242"/>
                </a:lnTo>
                <a:cubicBezTo>
                  <a:pt x="35719" y="228154"/>
                  <a:pt x="39737" y="232172"/>
                  <a:pt x="44648" y="232172"/>
                </a:cubicBezTo>
                <a:lnTo>
                  <a:pt x="267891" y="232172"/>
                </a:lnTo>
                <a:cubicBezTo>
                  <a:pt x="277769" y="232172"/>
                  <a:pt x="285750" y="240153"/>
                  <a:pt x="285750" y="250031"/>
                </a:cubicBezTo>
                <a:cubicBezTo>
                  <a:pt x="285750" y="259910"/>
                  <a:pt x="277769" y="267891"/>
                  <a:pt x="267891" y="267891"/>
                </a:cubicBezTo>
                <a:lnTo>
                  <a:pt x="44648" y="267891"/>
                </a:lnTo>
                <a:cubicBezTo>
                  <a:pt x="19980" y="267891"/>
                  <a:pt x="0" y="247910"/>
                  <a:pt x="0" y="223242"/>
                </a:cubicBezTo>
                <a:lnTo>
                  <a:pt x="0" y="35719"/>
                </a:lnTo>
                <a:cubicBezTo>
                  <a:pt x="0" y="25840"/>
                  <a:pt x="7981" y="17859"/>
                  <a:pt x="17859" y="17859"/>
                </a:cubicBezTo>
                <a:close/>
                <a:moveTo>
                  <a:pt x="71438" y="53578"/>
                </a:moveTo>
                <a:cubicBezTo>
                  <a:pt x="71438" y="43700"/>
                  <a:pt x="79418" y="35719"/>
                  <a:pt x="89297" y="35719"/>
                </a:cubicBezTo>
                <a:lnTo>
                  <a:pt x="196453" y="35719"/>
                </a:lnTo>
                <a:cubicBezTo>
                  <a:pt x="206332" y="35719"/>
                  <a:pt x="214313" y="43700"/>
                  <a:pt x="214313" y="53578"/>
                </a:cubicBezTo>
                <a:cubicBezTo>
                  <a:pt x="214313" y="63457"/>
                  <a:pt x="206332" y="71438"/>
                  <a:pt x="196453" y="71438"/>
                </a:cubicBezTo>
                <a:lnTo>
                  <a:pt x="89297" y="71438"/>
                </a:lnTo>
                <a:cubicBezTo>
                  <a:pt x="79418" y="71438"/>
                  <a:pt x="71438" y="63457"/>
                  <a:pt x="71438" y="53578"/>
                </a:cubicBezTo>
                <a:close/>
                <a:moveTo>
                  <a:pt x="89297" y="98227"/>
                </a:moveTo>
                <a:lnTo>
                  <a:pt x="160734" y="98227"/>
                </a:lnTo>
                <a:cubicBezTo>
                  <a:pt x="170613" y="98227"/>
                  <a:pt x="178594" y="106207"/>
                  <a:pt x="178594" y="116086"/>
                </a:cubicBezTo>
                <a:cubicBezTo>
                  <a:pt x="178594" y="125964"/>
                  <a:pt x="170613" y="133945"/>
                  <a:pt x="160734" y="133945"/>
                </a:cubicBezTo>
                <a:lnTo>
                  <a:pt x="89297" y="133945"/>
                </a:lnTo>
                <a:cubicBezTo>
                  <a:pt x="79418" y="133945"/>
                  <a:pt x="71438" y="125964"/>
                  <a:pt x="71438" y="116086"/>
                </a:cubicBezTo>
                <a:cubicBezTo>
                  <a:pt x="71438" y="106207"/>
                  <a:pt x="79418" y="98227"/>
                  <a:pt x="89297" y="98227"/>
                </a:cubicBezTo>
                <a:close/>
                <a:moveTo>
                  <a:pt x="89297" y="160734"/>
                </a:moveTo>
                <a:lnTo>
                  <a:pt x="232172" y="160734"/>
                </a:lnTo>
                <a:cubicBezTo>
                  <a:pt x="242050" y="160734"/>
                  <a:pt x="250031" y="168715"/>
                  <a:pt x="250031" y="178594"/>
                </a:cubicBezTo>
                <a:cubicBezTo>
                  <a:pt x="250031" y="188472"/>
                  <a:pt x="242050" y="196453"/>
                  <a:pt x="232172" y="196453"/>
                </a:cubicBezTo>
                <a:lnTo>
                  <a:pt x="89297" y="196453"/>
                </a:lnTo>
                <a:cubicBezTo>
                  <a:pt x="79418" y="196453"/>
                  <a:pt x="71438" y="188472"/>
                  <a:pt x="71438" y="178594"/>
                </a:cubicBezTo>
                <a:cubicBezTo>
                  <a:pt x="71438" y="168715"/>
                  <a:pt x="79418" y="160734"/>
                  <a:pt x="89297" y="160734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382000" y="2438400"/>
            <a:ext cx="331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ออกแบบการแสดงผลข้อมูล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82000" y="2895481"/>
            <a:ext cx="32861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5F1E6">
                    <a:alpha val="9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Data Visualization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82000" y="3330298"/>
            <a:ext cx="3200400" cy="7620"/>
          </a:xfrm>
          <a:custGeom>
            <a:avLst/>
            <a:gdLst/>
            <a:ahLst/>
            <a:cxnLst/>
            <a:rect l="l" t="t" r="r" b="b"/>
            <a:pathLst>
              <a:path w="3200400" h="7620">
                <a:moveTo>
                  <a:pt x="0" y="0"/>
                </a:moveTo>
                <a:lnTo>
                  <a:pt x="3200400" y="0"/>
                </a:lnTo>
                <a:lnTo>
                  <a:pt x="32004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382000" y="3486507"/>
            <a:ext cx="327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เลือกกราฟและออกแบบสไลด์ให้มีประสิทธิภาพ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81000" y="4248507"/>
            <a:ext cx="11430000" cy="666750"/>
          </a:xfrm>
          <a:custGeom>
            <a:avLst/>
            <a:gdLst/>
            <a:ahLst/>
            <a:cxnLst/>
            <a:rect l="l" t="t" r="r" b="b"/>
            <a:pathLst>
              <a:path w="11430000" h="666750">
                <a:moveTo>
                  <a:pt x="0" y="0"/>
                </a:moveTo>
                <a:lnTo>
                  <a:pt x="11430000" y="0"/>
                </a:lnTo>
                <a:lnTo>
                  <a:pt x="1143000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45319" y="4439007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81088" y="4448532"/>
            <a:ext cx="575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เป้าหมาย: สามารถนำเสนอนโยบายได้อย่างมั่นใจและมีประสิทธิภาพ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1">
            <a:off x="-977706" y="381646"/>
            <a:ext cx="3661261" cy="2745946"/>
          </a:xfrm>
          <a:custGeom>
            <a:avLst/>
            <a:gdLst/>
            <a:ahLst/>
            <a:cxnLst/>
            <a:rect l="l" t="t" r="r" b="b"/>
            <a:pathLst>
              <a:path w="3661261" h="2745946">
                <a:moveTo>
                  <a:pt x="0" y="0"/>
                </a:moveTo>
                <a:lnTo>
                  <a:pt x="3661261" y="0"/>
                </a:lnTo>
                <a:lnTo>
                  <a:pt x="3661261" y="2745946"/>
                </a:lnTo>
                <a:lnTo>
                  <a:pt x="0" y="2745946"/>
                </a:lnTo>
                <a:lnTo>
                  <a:pt x="0" y="0"/>
                </a:lnTo>
                <a:close/>
              </a:path>
            </a:pathLst>
          </a:custGeom>
          <a:solidFill>
            <a:srgbClr val="CC0000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-720001">
            <a:off x="9281634" y="4759626"/>
            <a:ext cx="2745946" cy="1830631"/>
          </a:xfrm>
          <a:custGeom>
            <a:avLst/>
            <a:gdLst/>
            <a:ahLst/>
            <a:cxnLst/>
            <a:rect l="l" t="t" r="r" b="b"/>
            <a:pathLst>
              <a:path w="2745946" h="1830631">
                <a:moveTo>
                  <a:pt x="0" y="0"/>
                </a:moveTo>
                <a:lnTo>
                  <a:pt x="2745946" y="0"/>
                </a:lnTo>
                <a:lnTo>
                  <a:pt x="2745946" y="1830631"/>
                </a:lnTo>
                <a:lnTo>
                  <a:pt x="0" y="183063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6126" y="366126"/>
            <a:ext cx="3221910" cy="439351"/>
          </a:xfrm>
          <a:custGeom>
            <a:avLst/>
            <a:gdLst/>
            <a:ahLst/>
            <a:cxnLst/>
            <a:rect l="l" t="t" r="r" b="b"/>
            <a:pathLst>
              <a:path w="3221910" h="439351">
                <a:moveTo>
                  <a:pt x="0" y="0"/>
                </a:moveTo>
                <a:lnTo>
                  <a:pt x="3221910" y="0"/>
                </a:lnTo>
                <a:lnTo>
                  <a:pt x="3221910" y="439351"/>
                </a:lnTo>
                <a:lnTo>
                  <a:pt x="0" y="439351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85802" y="475964"/>
            <a:ext cx="2855784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b="1" kern="0" spc="115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THE POWER OF COMMUNICATION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6126" y="951928"/>
            <a:ext cx="11679423" cy="439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59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ทำไมการสื่อสารจึงสำคัญ?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6126" y="1464505"/>
            <a:ext cx="1171604" cy="36613"/>
          </a:xfrm>
          <a:custGeom>
            <a:avLst/>
            <a:gdLst/>
            <a:ahLst/>
            <a:cxnLst/>
            <a:rect l="l" t="t" r="r" b="b"/>
            <a:pathLst>
              <a:path w="1171604" h="36613">
                <a:moveTo>
                  <a:pt x="0" y="0"/>
                </a:moveTo>
                <a:lnTo>
                  <a:pt x="1171604" y="0"/>
                </a:lnTo>
                <a:lnTo>
                  <a:pt x="1171604" y="36613"/>
                </a:lnTo>
                <a:lnTo>
                  <a:pt x="0" y="36613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6126" y="1720793"/>
            <a:ext cx="7578811" cy="1107532"/>
          </a:xfrm>
          <a:custGeom>
            <a:avLst/>
            <a:gdLst/>
            <a:ahLst/>
            <a:cxnLst/>
            <a:rect l="l" t="t" r="r" b="b"/>
            <a:pathLst>
              <a:path w="7578811" h="1107532">
                <a:moveTo>
                  <a:pt x="0" y="0"/>
                </a:moveTo>
                <a:lnTo>
                  <a:pt x="7578811" y="0"/>
                </a:lnTo>
                <a:lnTo>
                  <a:pt x="7578811" y="1107532"/>
                </a:lnTo>
                <a:lnTo>
                  <a:pt x="0" y="110753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87161" y="2025021"/>
            <a:ext cx="768865" cy="878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919" b="1" dirty="0">
                <a:solidFill>
                  <a:srgbClr val="CC0000">
                    <a:alpha val="2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!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432" y="2995255"/>
            <a:ext cx="7542198" cy="1208216"/>
          </a:xfrm>
          <a:custGeom>
            <a:avLst/>
            <a:gdLst/>
            <a:ahLst/>
            <a:cxnLst/>
            <a:rect l="l" t="t" r="r" b="b"/>
            <a:pathLst>
              <a:path w="7542198" h="1208216">
                <a:moveTo>
                  <a:pt x="0" y="0"/>
                </a:moveTo>
                <a:lnTo>
                  <a:pt x="7542198" y="0"/>
                </a:lnTo>
                <a:lnTo>
                  <a:pt x="7542198" y="1208216"/>
                </a:lnTo>
                <a:lnTo>
                  <a:pt x="0" y="1208216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 w="508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85802" y="3196625"/>
            <a:ext cx="512577" cy="512577"/>
          </a:xfrm>
          <a:custGeom>
            <a:avLst/>
            <a:gdLst/>
            <a:ahLst/>
            <a:cxnLst/>
            <a:rect l="l" t="t" r="r" b="b"/>
            <a:pathLst>
              <a:path w="512577" h="512577">
                <a:moveTo>
                  <a:pt x="0" y="0"/>
                </a:moveTo>
                <a:lnTo>
                  <a:pt x="512577" y="0"/>
                </a:lnTo>
                <a:lnTo>
                  <a:pt x="512577" y="512577"/>
                </a:lnTo>
                <a:lnTo>
                  <a:pt x="0" y="512577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32252" y="3343075"/>
            <a:ext cx="219676" cy="219676"/>
          </a:xfrm>
          <a:custGeom>
            <a:avLst/>
            <a:gdLst/>
            <a:ahLst/>
            <a:cxnLst/>
            <a:rect l="l" t="t" r="r" b="b"/>
            <a:pathLst>
              <a:path w="219676" h="219676">
                <a:moveTo>
                  <a:pt x="109838" y="0"/>
                </a:moveTo>
                <a:cubicBezTo>
                  <a:pt x="116145" y="0"/>
                  <a:pt x="121937" y="3475"/>
                  <a:pt x="124941" y="9010"/>
                </a:cubicBezTo>
                <a:lnTo>
                  <a:pt x="217616" y="180632"/>
                </a:lnTo>
                <a:cubicBezTo>
                  <a:pt x="220491" y="185952"/>
                  <a:pt x="220362" y="192388"/>
                  <a:pt x="217273" y="197579"/>
                </a:cubicBezTo>
                <a:cubicBezTo>
                  <a:pt x="214184" y="202771"/>
                  <a:pt x="208563" y="205946"/>
                  <a:pt x="202514" y="205946"/>
                </a:cubicBezTo>
                <a:lnTo>
                  <a:pt x="17162" y="205946"/>
                </a:lnTo>
                <a:cubicBezTo>
                  <a:pt x="11113" y="205946"/>
                  <a:pt x="5535" y="202771"/>
                  <a:pt x="2403" y="197579"/>
                </a:cubicBezTo>
                <a:cubicBezTo>
                  <a:pt x="-729" y="192388"/>
                  <a:pt x="-815" y="185952"/>
                  <a:pt x="2059" y="180632"/>
                </a:cubicBezTo>
                <a:lnTo>
                  <a:pt x="94735" y="9010"/>
                </a:lnTo>
                <a:cubicBezTo>
                  <a:pt x="97739" y="3475"/>
                  <a:pt x="103531" y="0"/>
                  <a:pt x="109838" y="0"/>
                </a:cubicBezTo>
                <a:close/>
                <a:moveTo>
                  <a:pt x="109838" y="72081"/>
                </a:moveTo>
                <a:cubicBezTo>
                  <a:pt x="104131" y="72081"/>
                  <a:pt x="99541" y="76672"/>
                  <a:pt x="99541" y="82378"/>
                </a:cubicBezTo>
                <a:lnTo>
                  <a:pt x="99541" y="130432"/>
                </a:lnTo>
                <a:cubicBezTo>
                  <a:pt x="99541" y="136139"/>
                  <a:pt x="104131" y="140730"/>
                  <a:pt x="109838" y="140730"/>
                </a:cubicBezTo>
                <a:cubicBezTo>
                  <a:pt x="115544" y="140730"/>
                  <a:pt x="120135" y="136139"/>
                  <a:pt x="120135" y="130432"/>
                </a:cubicBezTo>
                <a:lnTo>
                  <a:pt x="120135" y="82378"/>
                </a:lnTo>
                <a:cubicBezTo>
                  <a:pt x="120135" y="76672"/>
                  <a:pt x="115544" y="72081"/>
                  <a:pt x="109838" y="72081"/>
                </a:cubicBezTo>
                <a:close/>
                <a:moveTo>
                  <a:pt x="121294" y="164757"/>
                </a:moveTo>
                <a:cubicBezTo>
                  <a:pt x="121554" y="160505"/>
                  <a:pt x="119434" y="156459"/>
                  <a:pt x="115788" y="154254"/>
                </a:cubicBezTo>
                <a:cubicBezTo>
                  <a:pt x="112143" y="152049"/>
                  <a:pt x="107575" y="152049"/>
                  <a:pt x="103930" y="154254"/>
                </a:cubicBezTo>
                <a:cubicBezTo>
                  <a:pt x="100285" y="156459"/>
                  <a:pt x="98164" y="160505"/>
                  <a:pt x="98425" y="164757"/>
                </a:cubicBezTo>
                <a:cubicBezTo>
                  <a:pt x="98164" y="169009"/>
                  <a:pt x="100285" y="173055"/>
                  <a:pt x="103930" y="175260"/>
                </a:cubicBezTo>
                <a:cubicBezTo>
                  <a:pt x="107575" y="177464"/>
                  <a:pt x="112143" y="177464"/>
                  <a:pt x="115788" y="175260"/>
                </a:cubicBezTo>
                <a:cubicBezTo>
                  <a:pt x="119434" y="173055"/>
                  <a:pt x="121554" y="169009"/>
                  <a:pt x="121294" y="164757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44829" y="3196625"/>
            <a:ext cx="6571964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1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ข้อมูลที่ดีไม่เพียงพอ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44829" y="3526138"/>
            <a:ext cx="6553658" cy="47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3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การมีข้อมูลที่ถูกต้องและครบถ้วนเป็นเพียงจุดเริ่มต้น หากไม่สามารถสื่อสารให้ผู้มีอำนาจตัดสินใจเข้าใจและเห็นด้วย นโยบายก็ไม่มีวันเป็นจริงได้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6126" y="4368228"/>
            <a:ext cx="7578811" cy="640721"/>
          </a:xfrm>
          <a:custGeom>
            <a:avLst/>
            <a:gdLst/>
            <a:ahLst/>
            <a:cxnLst/>
            <a:rect l="l" t="t" r="r" b="b"/>
            <a:pathLst>
              <a:path w="7578811" h="640721">
                <a:moveTo>
                  <a:pt x="0" y="0"/>
                </a:moveTo>
                <a:lnTo>
                  <a:pt x="7578811" y="0"/>
                </a:lnTo>
                <a:lnTo>
                  <a:pt x="7578811" y="640721"/>
                </a:lnTo>
                <a:lnTo>
                  <a:pt x="0" y="640721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68640" y="4551291"/>
            <a:ext cx="308919" cy="274595"/>
          </a:xfrm>
          <a:custGeom>
            <a:avLst/>
            <a:gdLst/>
            <a:ahLst/>
            <a:cxnLst/>
            <a:rect l="l" t="t" r="r" b="b"/>
            <a:pathLst>
              <a:path w="308919" h="274595">
                <a:moveTo>
                  <a:pt x="224985" y="51486"/>
                </a:moveTo>
                <a:cubicBezTo>
                  <a:pt x="216082" y="51486"/>
                  <a:pt x="207448" y="53900"/>
                  <a:pt x="199886" y="58298"/>
                </a:cubicBezTo>
                <a:cubicBezTo>
                  <a:pt x="191412" y="49717"/>
                  <a:pt x="181543" y="42530"/>
                  <a:pt x="170656" y="37113"/>
                </a:cubicBezTo>
                <a:cubicBezTo>
                  <a:pt x="185780" y="24242"/>
                  <a:pt x="205034" y="17162"/>
                  <a:pt x="224985" y="17162"/>
                </a:cubicBezTo>
                <a:cubicBezTo>
                  <a:pt x="271323" y="17162"/>
                  <a:pt x="308919" y="54704"/>
                  <a:pt x="308919" y="101096"/>
                </a:cubicBezTo>
                <a:cubicBezTo>
                  <a:pt x="308919" y="123353"/>
                  <a:pt x="300070" y="144698"/>
                  <a:pt x="284356" y="160413"/>
                </a:cubicBezTo>
                <a:lnTo>
                  <a:pt x="246223" y="198545"/>
                </a:lnTo>
                <a:cubicBezTo>
                  <a:pt x="230509" y="214259"/>
                  <a:pt x="209164" y="223108"/>
                  <a:pt x="186907" y="223108"/>
                </a:cubicBezTo>
                <a:cubicBezTo>
                  <a:pt x="140569" y="223108"/>
                  <a:pt x="102973" y="185566"/>
                  <a:pt x="102973" y="139174"/>
                </a:cubicBezTo>
                <a:cubicBezTo>
                  <a:pt x="102973" y="138370"/>
                  <a:pt x="102973" y="137565"/>
                  <a:pt x="103027" y="136761"/>
                </a:cubicBezTo>
                <a:cubicBezTo>
                  <a:pt x="103295" y="127268"/>
                  <a:pt x="111179" y="119813"/>
                  <a:pt x="120671" y="120082"/>
                </a:cubicBezTo>
                <a:cubicBezTo>
                  <a:pt x="130164" y="120350"/>
                  <a:pt x="137619" y="128234"/>
                  <a:pt x="137351" y="137726"/>
                </a:cubicBezTo>
                <a:cubicBezTo>
                  <a:pt x="137351" y="138209"/>
                  <a:pt x="137351" y="138692"/>
                  <a:pt x="137351" y="139121"/>
                </a:cubicBezTo>
                <a:cubicBezTo>
                  <a:pt x="137351" y="166527"/>
                  <a:pt x="159554" y="188730"/>
                  <a:pt x="186960" y="188730"/>
                </a:cubicBezTo>
                <a:cubicBezTo>
                  <a:pt x="200100" y="188730"/>
                  <a:pt x="212704" y="183528"/>
                  <a:pt x="222035" y="174196"/>
                </a:cubicBezTo>
                <a:lnTo>
                  <a:pt x="260168" y="136064"/>
                </a:lnTo>
                <a:cubicBezTo>
                  <a:pt x="269446" y="126785"/>
                  <a:pt x="274702" y="114128"/>
                  <a:pt x="274702" y="100989"/>
                </a:cubicBezTo>
                <a:cubicBezTo>
                  <a:pt x="274702" y="73583"/>
                  <a:pt x="252498" y="51379"/>
                  <a:pt x="225092" y="51379"/>
                </a:cubicBezTo>
                <a:close/>
                <a:moveTo>
                  <a:pt x="147595" y="92944"/>
                </a:moveTo>
                <a:cubicBezTo>
                  <a:pt x="146576" y="92515"/>
                  <a:pt x="145557" y="91925"/>
                  <a:pt x="144645" y="91281"/>
                </a:cubicBezTo>
                <a:cubicBezTo>
                  <a:pt x="137887" y="87795"/>
                  <a:pt x="130164" y="85811"/>
                  <a:pt x="122066" y="85811"/>
                </a:cubicBezTo>
                <a:cubicBezTo>
                  <a:pt x="108926" y="85811"/>
                  <a:pt x="96323" y="91013"/>
                  <a:pt x="86991" y="100345"/>
                </a:cubicBezTo>
                <a:lnTo>
                  <a:pt x="48859" y="138477"/>
                </a:lnTo>
                <a:cubicBezTo>
                  <a:pt x="39580" y="147755"/>
                  <a:pt x="34324" y="160413"/>
                  <a:pt x="34324" y="173552"/>
                </a:cubicBezTo>
                <a:cubicBezTo>
                  <a:pt x="34324" y="200958"/>
                  <a:pt x="56528" y="223162"/>
                  <a:pt x="83934" y="223162"/>
                </a:cubicBezTo>
                <a:cubicBezTo>
                  <a:pt x="92783" y="223162"/>
                  <a:pt x="101418" y="220802"/>
                  <a:pt x="108980" y="216404"/>
                </a:cubicBezTo>
                <a:cubicBezTo>
                  <a:pt x="117454" y="224985"/>
                  <a:pt x="127322" y="232172"/>
                  <a:pt x="138263" y="237589"/>
                </a:cubicBezTo>
                <a:cubicBezTo>
                  <a:pt x="123139" y="250407"/>
                  <a:pt x="103938" y="257540"/>
                  <a:pt x="83934" y="257540"/>
                </a:cubicBezTo>
                <a:cubicBezTo>
                  <a:pt x="37596" y="257540"/>
                  <a:pt x="0" y="219997"/>
                  <a:pt x="0" y="173606"/>
                </a:cubicBezTo>
                <a:cubicBezTo>
                  <a:pt x="0" y="151349"/>
                  <a:pt x="8849" y="130003"/>
                  <a:pt x="24563" y="114289"/>
                </a:cubicBezTo>
                <a:lnTo>
                  <a:pt x="62696" y="76157"/>
                </a:lnTo>
                <a:cubicBezTo>
                  <a:pt x="78410" y="60443"/>
                  <a:pt x="99755" y="51594"/>
                  <a:pt x="122012" y="51594"/>
                </a:cubicBezTo>
                <a:cubicBezTo>
                  <a:pt x="168457" y="51594"/>
                  <a:pt x="205946" y="89458"/>
                  <a:pt x="205946" y="135742"/>
                </a:cubicBezTo>
                <a:cubicBezTo>
                  <a:pt x="205946" y="136439"/>
                  <a:pt x="205946" y="137136"/>
                  <a:pt x="205946" y="137834"/>
                </a:cubicBezTo>
                <a:cubicBezTo>
                  <a:pt x="205731" y="147326"/>
                  <a:pt x="197848" y="154781"/>
                  <a:pt x="188355" y="154567"/>
                </a:cubicBezTo>
                <a:cubicBezTo>
                  <a:pt x="178862" y="154352"/>
                  <a:pt x="171407" y="146468"/>
                  <a:pt x="171622" y="136976"/>
                </a:cubicBezTo>
                <a:cubicBezTo>
                  <a:pt x="171622" y="136546"/>
                  <a:pt x="171622" y="136171"/>
                  <a:pt x="171622" y="135742"/>
                </a:cubicBezTo>
                <a:cubicBezTo>
                  <a:pt x="171622" y="117668"/>
                  <a:pt x="161968" y="101793"/>
                  <a:pt x="147595" y="93051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38883" y="4560445"/>
            <a:ext cx="3377514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7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การสื่อสารเชื่อมโยงข้อมูลกับการตัดสินใจจริง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 rot="-720001">
            <a:off x="7858675" y="1376110"/>
            <a:ext cx="3661261" cy="3285982"/>
          </a:xfrm>
          <a:custGeom>
            <a:avLst/>
            <a:gdLst/>
            <a:ahLst/>
            <a:cxnLst/>
            <a:rect l="l" t="t" r="r" b="b"/>
            <a:pathLst>
              <a:path w="3661261" h="3285982">
                <a:moveTo>
                  <a:pt x="0" y="0"/>
                </a:moveTo>
                <a:lnTo>
                  <a:pt x="3661261" y="0"/>
                </a:lnTo>
                <a:lnTo>
                  <a:pt x="3661261" y="3285982"/>
                </a:lnTo>
                <a:lnTo>
                  <a:pt x="0" y="328598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160494" y="4459760"/>
            <a:ext cx="3661261" cy="549189"/>
          </a:xfrm>
          <a:custGeom>
            <a:avLst/>
            <a:gdLst/>
            <a:ahLst/>
            <a:cxnLst/>
            <a:rect l="l" t="t" r="r" b="b"/>
            <a:pathLst>
              <a:path w="3661261" h="549189">
                <a:moveTo>
                  <a:pt x="0" y="0"/>
                </a:moveTo>
                <a:lnTo>
                  <a:pt x="3661261" y="0"/>
                </a:lnTo>
                <a:lnTo>
                  <a:pt x="3661261" y="549189"/>
                </a:lnTo>
                <a:lnTo>
                  <a:pt x="0" y="549189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265755" y="4606210"/>
            <a:ext cx="3450739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7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ห้องตัดสินใจ | Decision Room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85802" y="1940468"/>
            <a:ext cx="7249297" cy="292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นโยบาย = เจรจา + โน้มน้าว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85802" y="2343093"/>
            <a:ext cx="7221838" cy="265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7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Policy = </a:t>
            </a:r>
            <a:r>
              <a:rPr lang="en-US" sz="1297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Negotiation</a:t>
            </a:r>
            <a:r>
              <a:rPr lang="en-US" sz="1297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 + </a:t>
            </a:r>
            <a:r>
              <a:rPr lang="en-US" sz="1297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Persuasion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66126" y="5155400"/>
            <a:ext cx="3725333" cy="915315"/>
          </a:xfrm>
          <a:custGeom>
            <a:avLst/>
            <a:gdLst/>
            <a:ahLst/>
            <a:cxnLst/>
            <a:rect l="l" t="t" r="r" b="b"/>
            <a:pathLst>
              <a:path w="3725333" h="915315">
                <a:moveTo>
                  <a:pt x="0" y="0"/>
                </a:moveTo>
                <a:lnTo>
                  <a:pt x="3725333" y="0"/>
                </a:lnTo>
                <a:lnTo>
                  <a:pt x="3725333" y="915315"/>
                </a:lnTo>
                <a:lnTo>
                  <a:pt x="0" y="91531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30198" y="5301850"/>
            <a:ext cx="3597189" cy="366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95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70%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75964" y="5704589"/>
            <a:ext cx="3505658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3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ของนโยบายล้มเหลวจากการสื่อสารไม่ดี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233448" y="5155400"/>
            <a:ext cx="3725333" cy="915315"/>
          </a:xfrm>
          <a:custGeom>
            <a:avLst/>
            <a:gdLst/>
            <a:ahLst/>
            <a:cxnLst/>
            <a:rect l="l" t="t" r="r" b="b"/>
            <a:pathLst>
              <a:path w="3725333" h="915315">
                <a:moveTo>
                  <a:pt x="0" y="0"/>
                </a:moveTo>
                <a:lnTo>
                  <a:pt x="3725333" y="0"/>
                </a:lnTo>
                <a:lnTo>
                  <a:pt x="3725333" y="915315"/>
                </a:lnTo>
                <a:lnTo>
                  <a:pt x="0" y="915315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297520" y="5301850"/>
            <a:ext cx="3597189" cy="366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95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3x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343286" y="5704589"/>
            <a:ext cx="3505658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3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โอกาสสำเร็จเพิ่มขึ้นเมื่อสื่อสารได้ดี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8100884" y="5155400"/>
            <a:ext cx="3725333" cy="915315"/>
          </a:xfrm>
          <a:custGeom>
            <a:avLst/>
            <a:gdLst/>
            <a:ahLst/>
            <a:cxnLst/>
            <a:rect l="l" t="t" r="r" b="b"/>
            <a:pathLst>
              <a:path w="3725333" h="915315">
                <a:moveTo>
                  <a:pt x="0" y="0"/>
                </a:moveTo>
                <a:lnTo>
                  <a:pt x="3725333" y="0"/>
                </a:lnTo>
                <a:lnTo>
                  <a:pt x="3725333" y="915315"/>
                </a:lnTo>
                <a:lnTo>
                  <a:pt x="0" y="91531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8164956" y="5301850"/>
            <a:ext cx="3597189" cy="366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95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#1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8210722" y="5704589"/>
            <a:ext cx="3505658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3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ทักษะสำคัญของนักนโยบาย</a:t>
            </a:r>
            <a:endParaRPr lang="en-US" sz="16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1184F10-A941-EE8B-2454-CB5E27C7E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4955" y="798499"/>
            <a:ext cx="3661261" cy="366126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1">
            <a:off x="8304665" y="-453461"/>
            <a:ext cx="4762500" cy="3810000"/>
          </a:xfrm>
          <a:custGeom>
            <a:avLst/>
            <a:gdLst/>
            <a:ahLst/>
            <a:cxnLst/>
            <a:rect l="l" t="t" r="r" b="b"/>
            <a:pathLst>
              <a:path w="4762500" h="3810000">
                <a:moveTo>
                  <a:pt x="0" y="0"/>
                </a:moveTo>
                <a:lnTo>
                  <a:pt x="4762500" y="0"/>
                </a:lnTo>
                <a:lnTo>
                  <a:pt x="4762500" y="3810000"/>
                </a:lnTo>
                <a:lnTo>
                  <a:pt x="0" y="38100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81800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0" y="0"/>
                </a:moveTo>
                <a:lnTo>
                  <a:pt x="12192000" y="0"/>
                </a:lnTo>
                <a:lnTo>
                  <a:pt x="12192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81000" y="381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59594" y="571500"/>
            <a:ext cx="57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95400" y="400050"/>
            <a:ext cx="4276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AUDIENCE MAPPING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95400" y="666750"/>
            <a:ext cx="4429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แยกผู้ฟังหลัก 3 กลุ่ม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31770" y="133350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1009650" y="0"/>
                </a:moveTo>
                <a:lnTo>
                  <a:pt x="1009650" y="0"/>
                </a:lnTo>
                <a:cubicBezTo>
                  <a:pt x="1566891" y="0"/>
                  <a:pt x="2019300" y="452409"/>
                  <a:pt x="2019300" y="1009650"/>
                </a:cubicBezTo>
                <a:lnTo>
                  <a:pt x="2019300" y="1009650"/>
                </a:lnTo>
                <a:cubicBezTo>
                  <a:pt x="2019300" y="1566891"/>
                  <a:pt x="1566891" y="2019300"/>
                  <a:pt x="1009650" y="2019300"/>
                </a:cubicBezTo>
                <a:lnTo>
                  <a:pt x="1009650" y="2019300"/>
                </a:lnTo>
                <a:cubicBezTo>
                  <a:pt x="452409" y="2019300"/>
                  <a:pt x="0" y="1566891"/>
                  <a:pt x="0" y="1009650"/>
                </a:cubicBezTo>
                <a:lnTo>
                  <a:pt x="0" y="1009650"/>
                </a:lnTo>
                <a:cubicBezTo>
                  <a:pt x="0" y="452409"/>
                  <a:pt x="452409" y="0"/>
                  <a:pt x="1009650" y="0"/>
                </a:cubicBezTo>
                <a:close/>
              </a:path>
            </a:pathLst>
          </a:custGeom>
          <a:solidFill>
            <a:srgbClr val="CC0000"/>
          </a:solidFill>
          <a:ln w="1016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74601" y="16192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41288" y="17716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-14287"/>
                </a:moveTo>
                <a:cubicBezTo>
                  <a:pt x="107915" y="-14287"/>
                  <a:pt x="114300" y="-7903"/>
                  <a:pt x="114300" y="0"/>
                </a:cubicBezTo>
                <a:lnTo>
                  <a:pt x="114300" y="14288"/>
                </a:lnTo>
                <a:lnTo>
                  <a:pt x="128588" y="14288"/>
                </a:lnTo>
                <a:cubicBezTo>
                  <a:pt x="136490" y="14288"/>
                  <a:pt x="142875" y="20672"/>
                  <a:pt x="142875" y="28575"/>
                </a:cubicBezTo>
                <a:cubicBezTo>
                  <a:pt x="142875" y="36478"/>
                  <a:pt x="136490" y="42863"/>
                  <a:pt x="128588" y="42863"/>
                </a:cubicBezTo>
                <a:lnTo>
                  <a:pt x="114300" y="42863"/>
                </a:lnTo>
                <a:lnTo>
                  <a:pt x="114300" y="71438"/>
                </a:lnTo>
                <a:lnTo>
                  <a:pt x="182969" y="71438"/>
                </a:lnTo>
                <a:cubicBezTo>
                  <a:pt x="192390" y="71438"/>
                  <a:pt x="200025" y="79072"/>
                  <a:pt x="200025" y="88493"/>
                </a:cubicBezTo>
                <a:cubicBezTo>
                  <a:pt x="200025" y="91351"/>
                  <a:pt x="199311" y="94164"/>
                  <a:pt x="197927" y="96664"/>
                </a:cubicBezTo>
                <a:lnTo>
                  <a:pt x="157163" y="171450"/>
                </a:lnTo>
                <a:lnTo>
                  <a:pt x="182255" y="202838"/>
                </a:lnTo>
                <a:cubicBezTo>
                  <a:pt x="184487" y="205651"/>
                  <a:pt x="185738" y="209133"/>
                  <a:pt x="185738" y="212750"/>
                </a:cubicBezTo>
                <a:cubicBezTo>
                  <a:pt x="185738" y="221501"/>
                  <a:pt x="178638" y="228600"/>
                  <a:pt x="169887" y="228600"/>
                </a:cubicBezTo>
                <a:lnTo>
                  <a:pt x="30138" y="228600"/>
                </a:lnTo>
                <a:cubicBezTo>
                  <a:pt x="21387" y="228600"/>
                  <a:pt x="14288" y="221501"/>
                  <a:pt x="14288" y="212750"/>
                </a:cubicBezTo>
                <a:cubicBezTo>
                  <a:pt x="14288" y="209133"/>
                  <a:pt x="15493" y="205651"/>
                  <a:pt x="17770" y="202838"/>
                </a:cubicBezTo>
                <a:lnTo>
                  <a:pt x="42863" y="171450"/>
                </a:lnTo>
                <a:lnTo>
                  <a:pt x="2098" y="96709"/>
                </a:lnTo>
                <a:cubicBezTo>
                  <a:pt x="714" y="94164"/>
                  <a:pt x="0" y="91351"/>
                  <a:pt x="0" y="88493"/>
                </a:cubicBezTo>
                <a:cubicBezTo>
                  <a:pt x="0" y="79072"/>
                  <a:pt x="7635" y="71438"/>
                  <a:pt x="17056" y="71438"/>
                </a:cubicBezTo>
                <a:lnTo>
                  <a:pt x="85725" y="71438"/>
                </a:lnTo>
                <a:lnTo>
                  <a:pt x="85725" y="42863"/>
                </a:lnTo>
                <a:lnTo>
                  <a:pt x="71438" y="42863"/>
                </a:lnTo>
                <a:cubicBezTo>
                  <a:pt x="63535" y="42863"/>
                  <a:pt x="57150" y="36478"/>
                  <a:pt x="57150" y="28575"/>
                </a:cubicBezTo>
                <a:cubicBezTo>
                  <a:pt x="57150" y="20672"/>
                  <a:pt x="63535" y="14288"/>
                  <a:pt x="71438" y="14288"/>
                </a:cubicBezTo>
                <a:lnTo>
                  <a:pt x="85725" y="14288"/>
                </a:lnTo>
                <a:lnTo>
                  <a:pt x="85725" y="0"/>
                </a:lnTo>
                <a:cubicBezTo>
                  <a:pt x="85725" y="-7903"/>
                  <a:pt x="92110" y="-14287"/>
                  <a:pt x="100013" y="-14287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99648" y="2228850"/>
            <a:ext cx="1685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ผู้ตัดสินใจ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09173" y="2533650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5F1E6">
                    <a:alpha val="9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Decision Makers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947273" y="2800350"/>
            <a:ext cx="1590675" cy="266700"/>
          </a:xfrm>
          <a:custGeom>
            <a:avLst/>
            <a:gdLst/>
            <a:ahLst/>
            <a:cxnLst/>
            <a:rect l="l" t="t" r="r" b="b"/>
            <a:pathLst>
              <a:path w="1590675" h="266700">
                <a:moveTo>
                  <a:pt x="0" y="0"/>
                </a:moveTo>
                <a:lnTo>
                  <a:pt x="1590675" y="0"/>
                </a:lnTo>
                <a:lnTo>
                  <a:pt x="159067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28236" y="2838450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ต้องการสรุปและแนะนำ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98270" y="400050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1009650" y="0"/>
                </a:moveTo>
                <a:lnTo>
                  <a:pt x="1009650" y="0"/>
                </a:lnTo>
                <a:cubicBezTo>
                  <a:pt x="1566891" y="0"/>
                  <a:pt x="2019300" y="452409"/>
                  <a:pt x="2019300" y="1009650"/>
                </a:cubicBezTo>
                <a:lnTo>
                  <a:pt x="2019300" y="1009650"/>
                </a:lnTo>
                <a:cubicBezTo>
                  <a:pt x="2019300" y="1566891"/>
                  <a:pt x="1566891" y="2019300"/>
                  <a:pt x="1009650" y="2019300"/>
                </a:cubicBezTo>
                <a:lnTo>
                  <a:pt x="1009650" y="2019300"/>
                </a:lnTo>
                <a:cubicBezTo>
                  <a:pt x="452409" y="2019300"/>
                  <a:pt x="0" y="1566891"/>
                  <a:pt x="0" y="1009650"/>
                </a:cubicBezTo>
                <a:lnTo>
                  <a:pt x="0" y="1009650"/>
                </a:lnTo>
                <a:cubicBezTo>
                  <a:pt x="0" y="452409"/>
                  <a:pt x="452409" y="0"/>
                  <a:pt x="1009650" y="0"/>
                </a:cubicBezTo>
                <a:close/>
              </a:path>
            </a:pathLst>
          </a:custGeom>
          <a:solidFill>
            <a:srgbClr val="000000"/>
          </a:solidFill>
          <a:ln w="1016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141101" y="42862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64926" y="44386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661279" y="4895850"/>
            <a:ext cx="149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ผู้ปฏิบัติ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70804" y="5200650"/>
            <a:ext cx="1476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5F1E6">
                    <a:alpha val="9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Implementers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708904" y="5467350"/>
            <a:ext cx="1400175" cy="266700"/>
          </a:xfrm>
          <a:custGeom>
            <a:avLst/>
            <a:gdLst/>
            <a:ahLst/>
            <a:cxnLst/>
            <a:rect l="l" t="t" r="r" b="b"/>
            <a:pathLst>
              <a:path w="1400175" h="266700">
                <a:moveTo>
                  <a:pt x="0" y="0"/>
                </a:moveTo>
                <a:lnTo>
                  <a:pt x="1400175" y="0"/>
                </a:lnTo>
                <a:lnTo>
                  <a:pt x="140017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789867" y="5505450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ต้องการรายละเอียด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065270" y="400050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1009650" y="0"/>
                </a:moveTo>
                <a:lnTo>
                  <a:pt x="1009650" y="0"/>
                </a:lnTo>
                <a:cubicBezTo>
                  <a:pt x="1566891" y="0"/>
                  <a:pt x="2019300" y="452409"/>
                  <a:pt x="2019300" y="1009650"/>
                </a:cubicBezTo>
                <a:lnTo>
                  <a:pt x="2019300" y="1009650"/>
                </a:lnTo>
                <a:cubicBezTo>
                  <a:pt x="2019300" y="1566891"/>
                  <a:pt x="1566891" y="2019300"/>
                  <a:pt x="1009650" y="2019300"/>
                </a:cubicBezTo>
                <a:lnTo>
                  <a:pt x="1009650" y="2019300"/>
                </a:lnTo>
                <a:cubicBezTo>
                  <a:pt x="452409" y="2019300"/>
                  <a:pt x="0" y="1566891"/>
                  <a:pt x="0" y="1009650"/>
                </a:cubicBezTo>
                <a:lnTo>
                  <a:pt x="0" y="1009650"/>
                </a:lnTo>
                <a:cubicBezTo>
                  <a:pt x="0" y="452409"/>
                  <a:pt x="452409" y="0"/>
                  <a:pt x="1009650" y="0"/>
                </a:cubicBezTo>
                <a:close/>
              </a:path>
            </a:pathLst>
          </a:custGeom>
          <a:solidFill>
            <a:srgbClr val="CC0000"/>
          </a:solidFill>
          <a:ln w="1016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08220" y="42862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932045" y="44386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333518" y="4895850"/>
            <a:ext cx="148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ประชาชน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343043" y="5200650"/>
            <a:ext cx="146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5F1E6">
                    <a:alpha val="9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Public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381143" y="5467350"/>
            <a:ext cx="1390650" cy="266700"/>
          </a:xfrm>
          <a:custGeom>
            <a:avLst/>
            <a:gdLst/>
            <a:ahLst/>
            <a:cxnLst/>
            <a:rect l="l" t="t" r="r" b="b"/>
            <a:pathLst>
              <a:path w="1390650" h="266700">
                <a:moveTo>
                  <a:pt x="0" y="0"/>
                </a:moveTo>
                <a:lnTo>
                  <a:pt x="1390650" y="0"/>
                </a:lnTo>
                <a:lnTo>
                  <a:pt x="139065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462105" y="5505450"/>
            <a:ext cx="122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ต้องการความเข้าใจ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49490" y="1295400"/>
            <a:ext cx="4457700" cy="1181100"/>
          </a:xfrm>
          <a:custGeom>
            <a:avLst/>
            <a:gdLst/>
            <a:ahLst/>
            <a:cxnLst/>
            <a:rect l="l" t="t" r="r" b="b"/>
            <a:pathLst>
              <a:path w="4457700" h="1181100">
                <a:moveTo>
                  <a:pt x="0" y="0"/>
                </a:moveTo>
                <a:lnTo>
                  <a:pt x="4457700" y="0"/>
                </a:lnTo>
                <a:lnTo>
                  <a:pt x="445770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349490" y="1295400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520940" y="1447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622739" y="1466850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940040" y="1466850"/>
            <a:ext cx="962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ผู้ตัดสินใจ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549515" y="18669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787640" y="1828800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เน้นผลกระทบและประโยชน์รวม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549515" y="21336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787640" y="2095500"/>
            <a:ext cx="1514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ใช้เวลาน้อย ต้องกระชับ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349490" y="2628900"/>
            <a:ext cx="4457700" cy="1181100"/>
          </a:xfrm>
          <a:custGeom>
            <a:avLst/>
            <a:gdLst/>
            <a:ahLst/>
            <a:cxnLst/>
            <a:rect l="l" t="t" r="r" b="b"/>
            <a:pathLst>
              <a:path w="4457700" h="1181100">
                <a:moveTo>
                  <a:pt x="0" y="0"/>
                </a:moveTo>
                <a:lnTo>
                  <a:pt x="4457700" y="0"/>
                </a:lnTo>
                <a:lnTo>
                  <a:pt x="445770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349490" y="2628900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520940" y="2781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622739" y="2800350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940040" y="2800350"/>
            <a:ext cx="76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ผู้ปฏิบัติ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549515" y="32004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787640" y="3162300"/>
            <a:ext cx="1924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ต้องการขั้นตอนและ timeline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549515" y="34671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787640" y="3429000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รายละเอียดงบประมาณ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349490" y="3962400"/>
            <a:ext cx="4457700" cy="1181100"/>
          </a:xfrm>
          <a:custGeom>
            <a:avLst/>
            <a:gdLst/>
            <a:ahLst/>
            <a:cxnLst/>
            <a:rect l="l" t="t" r="r" b="b"/>
            <a:pathLst>
              <a:path w="4457700" h="1181100">
                <a:moveTo>
                  <a:pt x="0" y="0"/>
                </a:moveTo>
                <a:lnTo>
                  <a:pt x="4457700" y="0"/>
                </a:lnTo>
                <a:lnTo>
                  <a:pt x="445770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349490" y="3962400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520940" y="4114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622739" y="4133850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3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940040" y="4133850"/>
            <a:ext cx="93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ประชาชน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549515" y="45339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787640" y="4495800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ภาษาง่าย ไม่ใช่ศัพท์เทคนิค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549515" y="48006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787640" y="4762500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เน้นผลประโยชน์ที่จะได้รับ</a:t>
            </a:r>
            <a:endParaRPr lang="en-US" sz="1600" dirty="0"/>
          </a:p>
        </p:txBody>
      </p:sp>
      <p:pic>
        <p:nvPicPr>
          <p:cNvPr id="5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5000" r="25000"/>
          <a:stretch/>
        </p:blipFill>
        <p:spPr>
          <a:xfrm>
            <a:off x="1360170" y="1295400"/>
            <a:ext cx="4762500" cy="4762500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1">
            <a:off x="-1049573" y="1180676"/>
            <a:ext cx="2446555" cy="4077592"/>
          </a:xfrm>
          <a:custGeom>
            <a:avLst/>
            <a:gdLst/>
            <a:ahLst/>
            <a:cxnLst/>
            <a:rect l="l" t="t" r="r" b="b"/>
            <a:pathLst>
              <a:path w="2446555" h="4077592">
                <a:moveTo>
                  <a:pt x="0" y="0"/>
                </a:moveTo>
                <a:lnTo>
                  <a:pt x="2446555" y="0"/>
                </a:lnTo>
                <a:lnTo>
                  <a:pt x="2446555" y="4077592"/>
                </a:lnTo>
                <a:lnTo>
                  <a:pt x="0" y="4077592"/>
                </a:lnTo>
                <a:lnTo>
                  <a:pt x="0" y="0"/>
                </a:lnTo>
                <a:close/>
              </a:path>
            </a:pathLst>
          </a:custGeom>
          <a:solidFill>
            <a:srgbClr val="CC00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2127574" y="0"/>
            <a:ext cx="65241" cy="6858510"/>
          </a:xfrm>
          <a:custGeom>
            <a:avLst/>
            <a:gdLst/>
            <a:ahLst/>
            <a:cxnLst/>
            <a:rect l="l" t="t" r="r" b="b"/>
            <a:pathLst>
              <a:path w="65241" h="6858510">
                <a:moveTo>
                  <a:pt x="0" y="0"/>
                </a:moveTo>
                <a:lnTo>
                  <a:pt x="65241" y="0"/>
                </a:lnTo>
                <a:lnTo>
                  <a:pt x="65241" y="6858510"/>
                </a:lnTo>
                <a:lnTo>
                  <a:pt x="0" y="68585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6207" y="326207"/>
            <a:ext cx="2258986" cy="391449"/>
          </a:xfrm>
          <a:custGeom>
            <a:avLst/>
            <a:gdLst/>
            <a:ahLst/>
            <a:cxnLst/>
            <a:rect l="l" t="t" r="r" b="b"/>
            <a:pathLst>
              <a:path w="2258986" h="391449">
                <a:moveTo>
                  <a:pt x="0" y="0"/>
                </a:moveTo>
                <a:lnTo>
                  <a:pt x="2258986" y="0"/>
                </a:lnTo>
                <a:lnTo>
                  <a:pt x="2258986" y="391449"/>
                </a:lnTo>
                <a:lnTo>
                  <a:pt x="0" y="391449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932" y="424070"/>
            <a:ext cx="1932779" cy="19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7" b="1" kern="0" spc="103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MESSAGE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6207" y="848139"/>
            <a:ext cx="11735310" cy="391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82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Message Map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6207" y="1304829"/>
            <a:ext cx="11621137" cy="228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4" dirty="0">
                <a:solidFill>
                  <a:srgbClr val="000000">
                    <a:alpha val="7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สร้างแกนสารหลักที่ชัดเจน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62432" y="1728899"/>
            <a:ext cx="2071417" cy="978622"/>
          </a:xfrm>
          <a:custGeom>
            <a:avLst/>
            <a:gdLst/>
            <a:ahLst/>
            <a:cxnLst/>
            <a:rect l="l" t="t" r="r" b="b"/>
            <a:pathLst>
              <a:path w="2071417" h="978622">
                <a:moveTo>
                  <a:pt x="0" y="0"/>
                </a:moveTo>
                <a:lnTo>
                  <a:pt x="2071417" y="0"/>
                </a:lnTo>
                <a:lnTo>
                  <a:pt x="2071417" y="978622"/>
                </a:lnTo>
                <a:lnTo>
                  <a:pt x="0" y="978622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64570" y="2159494"/>
            <a:ext cx="244656" cy="117435"/>
          </a:xfrm>
          <a:custGeom>
            <a:avLst/>
            <a:gdLst/>
            <a:ahLst/>
            <a:cxnLst/>
            <a:rect l="l" t="t" r="r" b="b"/>
            <a:pathLst>
              <a:path w="244656" h="117435">
                <a:moveTo>
                  <a:pt x="0" y="0"/>
                </a:moveTo>
                <a:lnTo>
                  <a:pt x="244656" y="0"/>
                </a:lnTo>
                <a:lnTo>
                  <a:pt x="244656" y="117435"/>
                </a:lnTo>
                <a:lnTo>
                  <a:pt x="0" y="1174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rot="16200000">
            <a:off x="4634957" y="2159494"/>
            <a:ext cx="365760" cy="254000"/>
          </a:xfrm>
          <a:prstGeom prst="triangle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964570" y="2511797"/>
            <a:ext cx="244656" cy="117435"/>
          </a:xfrm>
          <a:custGeom>
            <a:avLst/>
            <a:gdLst/>
            <a:ahLst/>
            <a:cxnLst/>
            <a:rect l="l" t="t" r="r" b="b"/>
            <a:pathLst>
              <a:path w="244656" h="117435">
                <a:moveTo>
                  <a:pt x="0" y="0"/>
                </a:moveTo>
                <a:lnTo>
                  <a:pt x="244656" y="0"/>
                </a:lnTo>
                <a:lnTo>
                  <a:pt x="244656" y="117435"/>
                </a:lnTo>
                <a:lnTo>
                  <a:pt x="0" y="1174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146592" y="2159494"/>
            <a:ext cx="244656" cy="117435"/>
          </a:xfrm>
          <a:custGeom>
            <a:avLst/>
            <a:gdLst/>
            <a:ahLst/>
            <a:cxnLst/>
            <a:rect l="l" t="t" r="r" b="b"/>
            <a:pathLst>
              <a:path w="244656" h="117435">
                <a:moveTo>
                  <a:pt x="0" y="0"/>
                </a:moveTo>
                <a:lnTo>
                  <a:pt x="244656" y="0"/>
                </a:lnTo>
                <a:lnTo>
                  <a:pt x="244656" y="117435"/>
                </a:lnTo>
                <a:lnTo>
                  <a:pt x="0" y="1174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146592" y="2511797"/>
            <a:ext cx="244656" cy="117435"/>
          </a:xfrm>
          <a:custGeom>
            <a:avLst/>
            <a:gdLst/>
            <a:ahLst/>
            <a:cxnLst/>
            <a:rect l="l" t="t" r="r" b="b"/>
            <a:pathLst>
              <a:path w="244656" h="117435">
                <a:moveTo>
                  <a:pt x="0" y="0"/>
                </a:moveTo>
                <a:lnTo>
                  <a:pt x="244656" y="0"/>
                </a:lnTo>
                <a:lnTo>
                  <a:pt x="244656" y="117435"/>
                </a:lnTo>
                <a:lnTo>
                  <a:pt x="0" y="1174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 rot="5400000">
            <a:off x="7146592" y="2159494"/>
            <a:ext cx="365760" cy="254000"/>
          </a:xfrm>
          <a:prstGeom prst="triangle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27476" y="1924623"/>
            <a:ext cx="1541330" cy="293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26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ข้อความหลัก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51942" y="2283452"/>
            <a:ext cx="1492399" cy="228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6" dirty="0">
                <a:solidFill>
                  <a:srgbClr val="F5F1E6">
                    <a:alpha val="9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Core Message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80097" y="2968487"/>
            <a:ext cx="32621" cy="391449"/>
          </a:xfrm>
          <a:custGeom>
            <a:avLst/>
            <a:gdLst/>
            <a:ahLst/>
            <a:cxnLst/>
            <a:rect l="l" t="t" r="r" b="b"/>
            <a:pathLst>
              <a:path w="32621" h="391449">
                <a:moveTo>
                  <a:pt x="0" y="0"/>
                </a:moveTo>
                <a:lnTo>
                  <a:pt x="32621" y="0"/>
                </a:lnTo>
                <a:lnTo>
                  <a:pt x="32621" y="391449"/>
                </a:lnTo>
                <a:lnTo>
                  <a:pt x="0" y="39144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49853" y="3490419"/>
            <a:ext cx="4893110" cy="32621"/>
          </a:xfrm>
          <a:custGeom>
            <a:avLst/>
            <a:gdLst/>
            <a:ahLst/>
            <a:cxnLst/>
            <a:rect l="l" t="t" r="r" b="b"/>
            <a:pathLst>
              <a:path w="4893110" h="32621">
                <a:moveTo>
                  <a:pt x="0" y="0"/>
                </a:moveTo>
                <a:lnTo>
                  <a:pt x="4893110" y="0"/>
                </a:lnTo>
                <a:lnTo>
                  <a:pt x="4893110" y="32621"/>
                </a:lnTo>
                <a:lnTo>
                  <a:pt x="0" y="3262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535680" y="3653522"/>
            <a:ext cx="32621" cy="260966"/>
          </a:xfrm>
          <a:custGeom>
            <a:avLst/>
            <a:gdLst/>
            <a:ahLst/>
            <a:cxnLst/>
            <a:rect l="l" t="t" r="r" b="b"/>
            <a:pathLst>
              <a:path w="32621" h="260966">
                <a:moveTo>
                  <a:pt x="0" y="0"/>
                </a:moveTo>
                <a:lnTo>
                  <a:pt x="32621" y="0"/>
                </a:lnTo>
                <a:lnTo>
                  <a:pt x="32621" y="260966"/>
                </a:lnTo>
                <a:lnTo>
                  <a:pt x="0" y="26096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410265" y="4044971"/>
            <a:ext cx="2283452" cy="946001"/>
          </a:xfrm>
          <a:custGeom>
            <a:avLst/>
            <a:gdLst/>
            <a:ahLst/>
            <a:cxnLst/>
            <a:rect l="l" t="t" r="r" b="b"/>
            <a:pathLst>
              <a:path w="2283452" h="946001">
                <a:moveTo>
                  <a:pt x="0" y="0"/>
                </a:moveTo>
                <a:lnTo>
                  <a:pt x="2283452" y="0"/>
                </a:lnTo>
                <a:lnTo>
                  <a:pt x="2283452" y="946001"/>
                </a:lnTo>
                <a:lnTo>
                  <a:pt x="0" y="94600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573368" y="4208075"/>
            <a:ext cx="326207" cy="326207"/>
          </a:xfrm>
          <a:custGeom>
            <a:avLst/>
            <a:gdLst/>
            <a:ahLst/>
            <a:cxnLst/>
            <a:rect l="l" t="t" r="r" b="b"/>
            <a:pathLst>
              <a:path w="326207" h="326207">
                <a:moveTo>
                  <a:pt x="0" y="0"/>
                </a:moveTo>
                <a:lnTo>
                  <a:pt x="326207" y="0"/>
                </a:lnTo>
                <a:lnTo>
                  <a:pt x="326207" y="326207"/>
                </a:lnTo>
                <a:lnTo>
                  <a:pt x="0" y="326207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688356" y="4257006"/>
            <a:ext cx="179414" cy="228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4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997438" y="4257006"/>
            <a:ext cx="954157" cy="228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4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ข้อสนับสนุน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573368" y="4632144"/>
            <a:ext cx="2022486" cy="19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7" dirty="0">
                <a:solidFill>
                  <a:srgbClr val="F5F1E6">
                    <a:alpha val="8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Key Support Point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080097" y="3653522"/>
            <a:ext cx="32621" cy="260966"/>
          </a:xfrm>
          <a:custGeom>
            <a:avLst/>
            <a:gdLst/>
            <a:ahLst/>
            <a:cxnLst/>
            <a:rect l="l" t="t" r="r" b="b"/>
            <a:pathLst>
              <a:path w="32621" h="260966">
                <a:moveTo>
                  <a:pt x="0" y="0"/>
                </a:moveTo>
                <a:lnTo>
                  <a:pt x="32621" y="0"/>
                </a:lnTo>
                <a:lnTo>
                  <a:pt x="32621" y="260966"/>
                </a:lnTo>
                <a:lnTo>
                  <a:pt x="0" y="26096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954682" y="4044971"/>
            <a:ext cx="2283452" cy="946001"/>
          </a:xfrm>
          <a:custGeom>
            <a:avLst/>
            <a:gdLst/>
            <a:ahLst/>
            <a:cxnLst/>
            <a:rect l="l" t="t" r="r" b="b"/>
            <a:pathLst>
              <a:path w="2283452" h="946001">
                <a:moveTo>
                  <a:pt x="0" y="0"/>
                </a:moveTo>
                <a:lnTo>
                  <a:pt x="2283452" y="0"/>
                </a:lnTo>
                <a:lnTo>
                  <a:pt x="2283452" y="946001"/>
                </a:lnTo>
                <a:lnTo>
                  <a:pt x="0" y="946001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117786" y="4208075"/>
            <a:ext cx="326207" cy="326207"/>
          </a:xfrm>
          <a:custGeom>
            <a:avLst/>
            <a:gdLst/>
            <a:ahLst/>
            <a:cxnLst/>
            <a:rect l="l" t="t" r="r" b="b"/>
            <a:pathLst>
              <a:path w="326207" h="326207">
                <a:moveTo>
                  <a:pt x="0" y="0"/>
                </a:moveTo>
                <a:lnTo>
                  <a:pt x="326207" y="0"/>
                </a:lnTo>
                <a:lnTo>
                  <a:pt x="326207" y="326207"/>
                </a:lnTo>
                <a:lnTo>
                  <a:pt x="0" y="32620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232774" y="4257006"/>
            <a:ext cx="179414" cy="228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4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541855" y="4257006"/>
            <a:ext cx="954157" cy="228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4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ข้อสนับสนุน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117786" y="4632144"/>
            <a:ext cx="2022486" cy="19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7" dirty="0">
                <a:solidFill>
                  <a:srgbClr val="F5F1E6">
                    <a:alpha val="8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Key Support Point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624515" y="3653522"/>
            <a:ext cx="32621" cy="260966"/>
          </a:xfrm>
          <a:custGeom>
            <a:avLst/>
            <a:gdLst/>
            <a:ahLst/>
            <a:cxnLst/>
            <a:rect l="l" t="t" r="r" b="b"/>
            <a:pathLst>
              <a:path w="32621" h="260966">
                <a:moveTo>
                  <a:pt x="0" y="0"/>
                </a:moveTo>
                <a:lnTo>
                  <a:pt x="32621" y="0"/>
                </a:lnTo>
                <a:lnTo>
                  <a:pt x="32621" y="260966"/>
                </a:lnTo>
                <a:lnTo>
                  <a:pt x="0" y="26096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499099" y="4044971"/>
            <a:ext cx="2283452" cy="946001"/>
          </a:xfrm>
          <a:custGeom>
            <a:avLst/>
            <a:gdLst/>
            <a:ahLst/>
            <a:cxnLst/>
            <a:rect l="l" t="t" r="r" b="b"/>
            <a:pathLst>
              <a:path w="2283452" h="946001">
                <a:moveTo>
                  <a:pt x="0" y="0"/>
                </a:moveTo>
                <a:lnTo>
                  <a:pt x="2283452" y="0"/>
                </a:lnTo>
                <a:lnTo>
                  <a:pt x="2283452" y="946001"/>
                </a:lnTo>
                <a:lnTo>
                  <a:pt x="0" y="94600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662203" y="4208075"/>
            <a:ext cx="326207" cy="326207"/>
          </a:xfrm>
          <a:custGeom>
            <a:avLst/>
            <a:gdLst/>
            <a:ahLst/>
            <a:cxnLst/>
            <a:rect l="l" t="t" r="r" b="b"/>
            <a:pathLst>
              <a:path w="326207" h="326207">
                <a:moveTo>
                  <a:pt x="0" y="0"/>
                </a:moveTo>
                <a:lnTo>
                  <a:pt x="326207" y="0"/>
                </a:lnTo>
                <a:lnTo>
                  <a:pt x="326207" y="326207"/>
                </a:lnTo>
                <a:lnTo>
                  <a:pt x="0" y="326207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777191" y="4257006"/>
            <a:ext cx="179414" cy="228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4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086273" y="4257006"/>
            <a:ext cx="954157" cy="228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4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ข้อสนับสนุน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662203" y="4632144"/>
            <a:ext cx="2022486" cy="19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7" dirty="0">
                <a:solidFill>
                  <a:srgbClr val="F5F1E6">
                    <a:alpha val="8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Key Support Point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2416789" y="5193221"/>
            <a:ext cx="2272034" cy="632842"/>
          </a:xfrm>
          <a:custGeom>
            <a:avLst/>
            <a:gdLst/>
            <a:ahLst/>
            <a:cxnLst/>
            <a:rect l="l" t="t" r="r" b="b"/>
            <a:pathLst>
              <a:path w="2272034" h="632842">
                <a:moveTo>
                  <a:pt x="0" y="0"/>
                </a:moveTo>
                <a:lnTo>
                  <a:pt x="2272034" y="0"/>
                </a:lnTo>
                <a:lnTo>
                  <a:pt x="2272034" y="632842"/>
                </a:lnTo>
                <a:lnTo>
                  <a:pt x="0" y="632842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 w="203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545641" y="5330229"/>
            <a:ext cx="114173" cy="130483"/>
          </a:xfrm>
          <a:custGeom>
            <a:avLst/>
            <a:gdLst/>
            <a:ahLst/>
            <a:cxnLst/>
            <a:rect l="l" t="t" r="r" b="b"/>
            <a:pathLst>
              <a:path w="114173" h="130483">
                <a:moveTo>
                  <a:pt x="114173" y="52448"/>
                </a:moveTo>
                <a:cubicBezTo>
                  <a:pt x="110401" y="54946"/>
                  <a:pt x="106068" y="56959"/>
                  <a:pt x="101558" y="58564"/>
                </a:cubicBezTo>
                <a:cubicBezTo>
                  <a:pt x="89580" y="62846"/>
                  <a:pt x="73855" y="65241"/>
                  <a:pt x="57086" y="65241"/>
                </a:cubicBezTo>
                <a:cubicBezTo>
                  <a:pt x="40317" y="65241"/>
                  <a:pt x="24567" y="62820"/>
                  <a:pt x="12615" y="58564"/>
                </a:cubicBezTo>
                <a:cubicBezTo>
                  <a:pt x="8130" y="56959"/>
                  <a:pt x="3772" y="54946"/>
                  <a:pt x="0" y="52448"/>
                </a:cubicBezTo>
                <a:lnTo>
                  <a:pt x="0" y="73397"/>
                </a:lnTo>
                <a:cubicBezTo>
                  <a:pt x="0" y="84661"/>
                  <a:pt x="25561" y="93785"/>
                  <a:pt x="57086" y="93785"/>
                </a:cubicBezTo>
                <a:cubicBezTo>
                  <a:pt x="88611" y="93785"/>
                  <a:pt x="114173" y="84661"/>
                  <a:pt x="114173" y="73397"/>
                </a:cubicBezTo>
                <a:lnTo>
                  <a:pt x="114173" y="52448"/>
                </a:lnTo>
                <a:close/>
                <a:moveTo>
                  <a:pt x="114173" y="32621"/>
                </a:moveTo>
                <a:lnTo>
                  <a:pt x="114173" y="20388"/>
                </a:lnTo>
                <a:cubicBezTo>
                  <a:pt x="114173" y="9124"/>
                  <a:pt x="88611" y="0"/>
                  <a:pt x="57086" y="0"/>
                </a:cubicBezTo>
                <a:cubicBezTo>
                  <a:pt x="25561" y="0"/>
                  <a:pt x="0" y="9124"/>
                  <a:pt x="0" y="20388"/>
                </a:cubicBezTo>
                <a:lnTo>
                  <a:pt x="0" y="32621"/>
                </a:lnTo>
                <a:cubicBezTo>
                  <a:pt x="0" y="43885"/>
                  <a:pt x="25561" y="53009"/>
                  <a:pt x="57086" y="53009"/>
                </a:cubicBezTo>
                <a:cubicBezTo>
                  <a:pt x="88611" y="53009"/>
                  <a:pt x="114173" y="43885"/>
                  <a:pt x="114173" y="32621"/>
                </a:cubicBezTo>
                <a:close/>
                <a:moveTo>
                  <a:pt x="101558" y="99340"/>
                </a:moveTo>
                <a:cubicBezTo>
                  <a:pt x="89605" y="103596"/>
                  <a:pt x="73881" y="106017"/>
                  <a:pt x="57086" y="106017"/>
                </a:cubicBezTo>
                <a:cubicBezTo>
                  <a:pt x="40292" y="106017"/>
                  <a:pt x="24567" y="103596"/>
                  <a:pt x="12615" y="99340"/>
                </a:cubicBezTo>
                <a:cubicBezTo>
                  <a:pt x="8130" y="97735"/>
                  <a:pt x="3772" y="95721"/>
                  <a:pt x="0" y="93224"/>
                </a:cubicBezTo>
                <a:lnTo>
                  <a:pt x="0" y="110095"/>
                </a:lnTo>
                <a:cubicBezTo>
                  <a:pt x="0" y="121359"/>
                  <a:pt x="25561" y="130483"/>
                  <a:pt x="57086" y="130483"/>
                </a:cubicBezTo>
                <a:cubicBezTo>
                  <a:pt x="88611" y="130483"/>
                  <a:pt x="114173" y="121359"/>
                  <a:pt x="114173" y="110095"/>
                </a:cubicBezTo>
                <a:lnTo>
                  <a:pt x="114173" y="93224"/>
                </a:lnTo>
                <a:cubicBezTo>
                  <a:pt x="110401" y="95721"/>
                  <a:pt x="106068" y="97735"/>
                  <a:pt x="101558" y="99340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726173" y="5297608"/>
            <a:ext cx="1923505" cy="19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7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หลักฐาน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2521175" y="5558574"/>
            <a:ext cx="2120348" cy="16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9" dirty="0">
                <a:solidFill>
                  <a:srgbClr val="000000">
                    <a:alpha val="7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Evidence &amp; Data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961206" y="5193221"/>
            <a:ext cx="2272034" cy="632842"/>
          </a:xfrm>
          <a:custGeom>
            <a:avLst/>
            <a:gdLst/>
            <a:ahLst/>
            <a:cxnLst/>
            <a:rect l="l" t="t" r="r" b="b"/>
            <a:pathLst>
              <a:path w="2272034" h="632842">
                <a:moveTo>
                  <a:pt x="0" y="0"/>
                </a:moveTo>
                <a:lnTo>
                  <a:pt x="2272034" y="0"/>
                </a:lnTo>
                <a:lnTo>
                  <a:pt x="2272034" y="632842"/>
                </a:lnTo>
                <a:lnTo>
                  <a:pt x="0" y="632842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 w="2032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090058" y="5330229"/>
            <a:ext cx="114173" cy="130483"/>
          </a:xfrm>
          <a:custGeom>
            <a:avLst/>
            <a:gdLst/>
            <a:ahLst/>
            <a:cxnLst/>
            <a:rect l="l" t="t" r="r" b="b"/>
            <a:pathLst>
              <a:path w="114173" h="130483">
                <a:moveTo>
                  <a:pt x="114173" y="52448"/>
                </a:moveTo>
                <a:cubicBezTo>
                  <a:pt x="110401" y="54946"/>
                  <a:pt x="106068" y="56959"/>
                  <a:pt x="101558" y="58564"/>
                </a:cubicBezTo>
                <a:cubicBezTo>
                  <a:pt x="89580" y="62846"/>
                  <a:pt x="73855" y="65241"/>
                  <a:pt x="57086" y="65241"/>
                </a:cubicBezTo>
                <a:cubicBezTo>
                  <a:pt x="40317" y="65241"/>
                  <a:pt x="24567" y="62820"/>
                  <a:pt x="12615" y="58564"/>
                </a:cubicBezTo>
                <a:cubicBezTo>
                  <a:pt x="8130" y="56959"/>
                  <a:pt x="3772" y="54946"/>
                  <a:pt x="0" y="52448"/>
                </a:cubicBezTo>
                <a:lnTo>
                  <a:pt x="0" y="73397"/>
                </a:lnTo>
                <a:cubicBezTo>
                  <a:pt x="0" y="84661"/>
                  <a:pt x="25561" y="93785"/>
                  <a:pt x="57086" y="93785"/>
                </a:cubicBezTo>
                <a:cubicBezTo>
                  <a:pt x="88611" y="93785"/>
                  <a:pt x="114173" y="84661"/>
                  <a:pt x="114173" y="73397"/>
                </a:cubicBezTo>
                <a:lnTo>
                  <a:pt x="114173" y="52448"/>
                </a:lnTo>
                <a:close/>
                <a:moveTo>
                  <a:pt x="114173" y="32621"/>
                </a:moveTo>
                <a:lnTo>
                  <a:pt x="114173" y="20388"/>
                </a:lnTo>
                <a:cubicBezTo>
                  <a:pt x="114173" y="9124"/>
                  <a:pt x="88611" y="0"/>
                  <a:pt x="57086" y="0"/>
                </a:cubicBezTo>
                <a:cubicBezTo>
                  <a:pt x="25561" y="0"/>
                  <a:pt x="0" y="9124"/>
                  <a:pt x="0" y="20388"/>
                </a:cubicBezTo>
                <a:lnTo>
                  <a:pt x="0" y="32621"/>
                </a:lnTo>
                <a:cubicBezTo>
                  <a:pt x="0" y="43885"/>
                  <a:pt x="25561" y="53009"/>
                  <a:pt x="57086" y="53009"/>
                </a:cubicBezTo>
                <a:cubicBezTo>
                  <a:pt x="88611" y="53009"/>
                  <a:pt x="114173" y="43885"/>
                  <a:pt x="114173" y="32621"/>
                </a:cubicBezTo>
                <a:close/>
                <a:moveTo>
                  <a:pt x="101558" y="99340"/>
                </a:moveTo>
                <a:cubicBezTo>
                  <a:pt x="89605" y="103596"/>
                  <a:pt x="73881" y="106017"/>
                  <a:pt x="57086" y="106017"/>
                </a:cubicBezTo>
                <a:cubicBezTo>
                  <a:pt x="40292" y="106017"/>
                  <a:pt x="24567" y="103596"/>
                  <a:pt x="12615" y="99340"/>
                </a:cubicBezTo>
                <a:cubicBezTo>
                  <a:pt x="8130" y="97735"/>
                  <a:pt x="3772" y="95721"/>
                  <a:pt x="0" y="93224"/>
                </a:cubicBezTo>
                <a:lnTo>
                  <a:pt x="0" y="110095"/>
                </a:lnTo>
                <a:cubicBezTo>
                  <a:pt x="0" y="121359"/>
                  <a:pt x="25561" y="130483"/>
                  <a:pt x="57086" y="130483"/>
                </a:cubicBezTo>
                <a:cubicBezTo>
                  <a:pt x="88611" y="130483"/>
                  <a:pt x="114173" y="121359"/>
                  <a:pt x="114173" y="110095"/>
                </a:cubicBezTo>
                <a:lnTo>
                  <a:pt x="114173" y="93224"/>
                </a:lnTo>
                <a:cubicBezTo>
                  <a:pt x="110401" y="95721"/>
                  <a:pt x="106068" y="97735"/>
                  <a:pt x="101558" y="99340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270591" y="5297608"/>
            <a:ext cx="1923505" cy="19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7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หลักฐาน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065593" y="5558574"/>
            <a:ext cx="2120348" cy="16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9" dirty="0">
                <a:solidFill>
                  <a:srgbClr val="000000">
                    <a:alpha val="7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Evidence &amp; Data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505623" y="5193221"/>
            <a:ext cx="2272034" cy="632842"/>
          </a:xfrm>
          <a:custGeom>
            <a:avLst/>
            <a:gdLst/>
            <a:ahLst/>
            <a:cxnLst/>
            <a:rect l="l" t="t" r="r" b="b"/>
            <a:pathLst>
              <a:path w="2272034" h="632842">
                <a:moveTo>
                  <a:pt x="0" y="0"/>
                </a:moveTo>
                <a:lnTo>
                  <a:pt x="2272034" y="0"/>
                </a:lnTo>
                <a:lnTo>
                  <a:pt x="2272034" y="632842"/>
                </a:lnTo>
                <a:lnTo>
                  <a:pt x="0" y="632842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 w="203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7634476" y="5330229"/>
            <a:ext cx="114173" cy="130483"/>
          </a:xfrm>
          <a:custGeom>
            <a:avLst/>
            <a:gdLst/>
            <a:ahLst/>
            <a:cxnLst/>
            <a:rect l="l" t="t" r="r" b="b"/>
            <a:pathLst>
              <a:path w="114173" h="130483">
                <a:moveTo>
                  <a:pt x="114173" y="52448"/>
                </a:moveTo>
                <a:cubicBezTo>
                  <a:pt x="110401" y="54946"/>
                  <a:pt x="106068" y="56959"/>
                  <a:pt x="101558" y="58564"/>
                </a:cubicBezTo>
                <a:cubicBezTo>
                  <a:pt x="89580" y="62846"/>
                  <a:pt x="73855" y="65241"/>
                  <a:pt x="57086" y="65241"/>
                </a:cubicBezTo>
                <a:cubicBezTo>
                  <a:pt x="40317" y="65241"/>
                  <a:pt x="24567" y="62820"/>
                  <a:pt x="12615" y="58564"/>
                </a:cubicBezTo>
                <a:cubicBezTo>
                  <a:pt x="8130" y="56959"/>
                  <a:pt x="3772" y="54946"/>
                  <a:pt x="0" y="52448"/>
                </a:cubicBezTo>
                <a:lnTo>
                  <a:pt x="0" y="73397"/>
                </a:lnTo>
                <a:cubicBezTo>
                  <a:pt x="0" y="84661"/>
                  <a:pt x="25561" y="93785"/>
                  <a:pt x="57086" y="93785"/>
                </a:cubicBezTo>
                <a:cubicBezTo>
                  <a:pt x="88611" y="93785"/>
                  <a:pt x="114173" y="84661"/>
                  <a:pt x="114173" y="73397"/>
                </a:cubicBezTo>
                <a:lnTo>
                  <a:pt x="114173" y="52448"/>
                </a:lnTo>
                <a:close/>
                <a:moveTo>
                  <a:pt x="114173" y="32621"/>
                </a:moveTo>
                <a:lnTo>
                  <a:pt x="114173" y="20388"/>
                </a:lnTo>
                <a:cubicBezTo>
                  <a:pt x="114173" y="9124"/>
                  <a:pt x="88611" y="0"/>
                  <a:pt x="57086" y="0"/>
                </a:cubicBezTo>
                <a:cubicBezTo>
                  <a:pt x="25561" y="0"/>
                  <a:pt x="0" y="9124"/>
                  <a:pt x="0" y="20388"/>
                </a:cubicBezTo>
                <a:lnTo>
                  <a:pt x="0" y="32621"/>
                </a:lnTo>
                <a:cubicBezTo>
                  <a:pt x="0" y="43885"/>
                  <a:pt x="25561" y="53009"/>
                  <a:pt x="57086" y="53009"/>
                </a:cubicBezTo>
                <a:cubicBezTo>
                  <a:pt x="88611" y="53009"/>
                  <a:pt x="114173" y="43885"/>
                  <a:pt x="114173" y="32621"/>
                </a:cubicBezTo>
                <a:close/>
                <a:moveTo>
                  <a:pt x="101558" y="99340"/>
                </a:moveTo>
                <a:cubicBezTo>
                  <a:pt x="89605" y="103596"/>
                  <a:pt x="73881" y="106017"/>
                  <a:pt x="57086" y="106017"/>
                </a:cubicBezTo>
                <a:cubicBezTo>
                  <a:pt x="40292" y="106017"/>
                  <a:pt x="24567" y="103596"/>
                  <a:pt x="12615" y="99340"/>
                </a:cubicBezTo>
                <a:cubicBezTo>
                  <a:pt x="8130" y="97735"/>
                  <a:pt x="3772" y="95721"/>
                  <a:pt x="0" y="93224"/>
                </a:cubicBezTo>
                <a:lnTo>
                  <a:pt x="0" y="110095"/>
                </a:lnTo>
                <a:cubicBezTo>
                  <a:pt x="0" y="121359"/>
                  <a:pt x="25561" y="130483"/>
                  <a:pt x="57086" y="130483"/>
                </a:cubicBezTo>
                <a:cubicBezTo>
                  <a:pt x="88611" y="130483"/>
                  <a:pt x="114173" y="121359"/>
                  <a:pt x="114173" y="110095"/>
                </a:cubicBezTo>
                <a:lnTo>
                  <a:pt x="114173" y="93224"/>
                </a:lnTo>
                <a:cubicBezTo>
                  <a:pt x="110401" y="95721"/>
                  <a:pt x="106068" y="97735"/>
                  <a:pt x="101558" y="99340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815008" y="5297608"/>
            <a:ext cx="1923505" cy="19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7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หลักฐาน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610010" y="5558574"/>
            <a:ext cx="2120348" cy="16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9" dirty="0">
                <a:solidFill>
                  <a:srgbClr val="000000">
                    <a:alpha val="7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Evidence &amp; Data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26207" y="6028312"/>
            <a:ext cx="11539585" cy="505621"/>
          </a:xfrm>
          <a:custGeom>
            <a:avLst/>
            <a:gdLst/>
            <a:ahLst/>
            <a:cxnLst/>
            <a:rect l="l" t="t" r="r" b="b"/>
            <a:pathLst>
              <a:path w="11539585" h="505621">
                <a:moveTo>
                  <a:pt x="0" y="0"/>
                </a:moveTo>
                <a:lnTo>
                  <a:pt x="11539585" y="0"/>
                </a:lnTo>
                <a:lnTo>
                  <a:pt x="11539585" y="505621"/>
                </a:lnTo>
                <a:lnTo>
                  <a:pt x="0" y="505621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519893" y="6158795"/>
            <a:ext cx="183492" cy="244656"/>
          </a:xfrm>
          <a:custGeom>
            <a:avLst/>
            <a:gdLst/>
            <a:ahLst/>
            <a:cxnLst/>
            <a:rect l="l" t="t" r="r" b="b"/>
            <a:pathLst>
              <a:path w="183492" h="244656">
                <a:moveTo>
                  <a:pt x="139960" y="183492"/>
                </a:moveTo>
                <a:cubicBezTo>
                  <a:pt x="143448" y="172836"/>
                  <a:pt x="150425" y="163183"/>
                  <a:pt x="158309" y="154869"/>
                </a:cubicBezTo>
                <a:cubicBezTo>
                  <a:pt x="173935" y="138431"/>
                  <a:pt x="183492" y="116211"/>
                  <a:pt x="183492" y="91746"/>
                </a:cubicBezTo>
                <a:cubicBezTo>
                  <a:pt x="183492" y="41094"/>
                  <a:pt x="142397" y="0"/>
                  <a:pt x="91746" y="0"/>
                </a:cubicBezTo>
                <a:cubicBezTo>
                  <a:pt x="41094" y="0"/>
                  <a:pt x="0" y="41094"/>
                  <a:pt x="0" y="91746"/>
                </a:cubicBezTo>
                <a:cubicBezTo>
                  <a:pt x="0" y="116211"/>
                  <a:pt x="9557" y="138431"/>
                  <a:pt x="25182" y="154869"/>
                </a:cubicBezTo>
                <a:cubicBezTo>
                  <a:pt x="33067" y="163183"/>
                  <a:pt x="40091" y="172836"/>
                  <a:pt x="43531" y="183492"/>
                </a:cubicBezTo>
                <a:lnTo>
                  <a:pt x="139912" y="183492"/>
                </a:lnTo>
                <a:close/>
                <a:moveTo>
                  <a:pt x="137619" y="206428"/>
                </a:moveTo>
                <a:lnTo>
                  <a:pt x="45873" y="206428"/>
                </a:lnTo>
                <a:lnTo>
                  <a:pt x="45873" y="214074"/>
                </a:lnTo>
                <a:cubicBezTo>
                  <a:pt x="45873" y="235194"/>
                  <a:pt x="62980" y="252301"/>
                  <a:pt x="84100" y="252301"/>
                </a:cubicBezTo>
                <a:lnTo>
                  <a:pt x="99391" y="252301"/>
                </a:lnTo>
                <a:cubicBezTo>
                  <a:pt x="120512" y="252301"/>
                  <a:pt x="137619" y="235194"/>
                  <a:pt x="137619" y="214074"/>
                </a:cubicBezTo>
                <a:lnTo>
                  <a:pt x="137619" y="206428"/>
                </a:lnTo>
                <a:close/>
                <a:moveTo>
                  <a:pt x="87923" y="53518"/>
                </a:moveTo>
                <a:cubicBezTo>
                  <a:pt x="68905" y="53518"/>
                  <a:pt x="53518" y="68905"/>
                  <a:pt x="53518" y="87923"/>
                </a:cubicBezTo>
                <a:cubicBezTo>
                  <a:pt x="53518" y="94278"/>
                  <a:pt x="48405" y="99391"/>
                  <a:pt x="42050" y="99391"/>
                </a:cubicBezTo>
                <a:cubicBezTo>
                  <a:pt x="35695" y="99391"/>
                  <a:pt x="30582" y="94278"/>
                  <a:pt x="30582" y="87923"/>
                </a:cubicBezTo>
                <a:cubicBezTo>
                  <a:pt x="30582" y="56242"/>
                  <a:pt x="56242" y="30582"/>
                  <a:pt x="87923" y="30582"/>
                </a:cubicBezTo>
                <a:cubicBezTo>
                  <a:pt x="94278" y="30582"/>
                  <a:pt x="99391" y="35695"/>
                  <a:pt x="99391" y="42050"/>
                </a:cubicBezTo>
                <a:cubicBezTo>
                  <a:pt x="99391" y="48405"/>
                  <a:pt x="94278" y="53518"/>
                  <a:pt x="87923" y="53518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92993" y="6166950"/>
            <a:ext cx="3930799" cy="228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6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โครงสร้างนี้ช่วยให้สื่อสารได้ชัดเจนและตอบโจทย์ทุกคำถาม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1">
            <a:off x="8411428" y="-432646"/>
            <a:ext cx="4762500" cy="5715000"/>
          </a:xfrm>
          <a:custGeom>
            <a:avLst/>
            <a:gdLst/>
            <a:ahLst/>
            <a:cxnLst/>
            <a:rect l="l" t="t" r="r" b="b"/>
            <a:pathLst>
              <a:path w="4762500" h="5715000">
                <a:moveTo>
                  <a:pt x="0" y="0"/>
                </a:moveTo>
                <a:lnTo>
                  <a:pt x="4762500" y="0"/>
                </a:lnTo>
                <a:lnTo>
                  <a:pt x="4762500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43700"/>
            <a:ext cx="12192000" cy="114300"/>
          </a:xfrm>
          <a:custGeom>
            <a:avLst/>
            <a:gdLst/>
            <a:ahLst/>
            <a:cxnLst/>
            <a:rect l="l" t="t" r="r" b="b"/>
            <a:pathLst>
              <a:path w="12192000" h="114300">
                <a:moveTo>
                  <a:pt x="0" y="0"/>
                </a:moveTo>
                <a:lnTo>
                  <a:pt x="12192000" y="0"/>
                </a:lnTo>
                <a:lnTo>
                  <a:pt x="121920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81000" y="438150"/>
            <a:ext cx="76200" cy="609600"/>
          </a:xfrm>
          <a:custGeom>
            <a:avLst/>
            <a:gdLst/>
            <a:ahLst/>
            <a:cxnLst/>
            <a:rect l="l" t="t" r="r" b="b"/>
            <a:pathLst>
              <a:path w="76200" h="609600">
                <a:moveTo>
                  <a:pt x="0" y="0"/>
                </a:moveTo>
                <a:lnTo>
                  <a:pt x="76200" y="0"/>
                </a:lnTo>
                <a:lnTo>
                  <a:pt x="762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09600" y="381000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STORYTELLING FRAMEWORK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600" y="647700"/>
            <a:ext cx="541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SCQA: โครงเรื่องที่จำง่าย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3632" b="3632"/>
          <a:stretch/>
        </p:blipFill>
        <p:spPr>
          <a:xfrm>
            <a:off x="381000" y="1333500"/>
            <a:ext cx="6162675" cy="3810000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6789420" y="1333500"/>
            <a:ext cx="5019675" cy="1009650"/>
          </a:xfrm>
          <a:custGeom>
            <a:avLst/>
            <a:gdLst/>
            <a:ahLst/>
            <a:cxnLst/>
            <a:rect l="l" t="t" r="r" b="b"/>
            <a:pathLst>
              <a:path w="5019675" h="1009650">
                <a:moveTo>
                  <a:pt x="0" y="0"/>
                </a:moveTo>
                <a:lnTo>
                  <a:pt x="5019675" y="0"/>
                </a:lnTo>
                <a:lnTo>
                  <a:pt x="5019675" y="1009650"/>
                </a:lnTo>
                <a:lnTo>
                  <a:pt x="0" y="10096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789420" y="1333500"/>
            <a:ext cx="38100" cy="1009650"/>
          </a:xfrm>
          <a:custGeom>
            <a:avLst/>
            <a:gdLst/>
            <a:ahLst/>
            <a:cxnLst/>
            <a:rect l="l" t="t" r="r" b="b"/>
            <a:pathLst>
              <a:path w="38100" h="1009650">
                <a:moveTo>
                  <a:pt x="0" y="0"/>
                </a:moveTo>
                <a:lnTo>
                  <a:pt x="38100" y="0"/>
                </a:lnTo>
                <a:lnTo>
                  <a:pt x="38100" y="1009650"/>
                </a:lnTo>
                <a:lnTo>
                  <a:pt x="0" y="100965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960870" y="1485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097196" y="1543050"/>
            <a:ext cx="200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456170" y="1543050"/>
            <a:ext cx="923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Situation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960870" y="1943100"/>
            <a:ext cx="47720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เริ่มต้นด้วยสถานการณ์ปัจจุบันที่ผู้ฟังเข้าใจ สร้างพื้นฐานร่วมกัน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789420" y="2457450"/>
            <a:ext cx="5019675" cy="1009650"/>
          </a:xfrm>
          <a:custGeom>
            <a:avLst/>
            <a:gdLst/>
            <a:ahLst/>
            <a:cxnLst/>
            <a:rect l="l" t="t" r="r" b="b"/>
            <a:pathLst>
              <a:path w="5019675" h="1009650">
                <a:moveTo>
                  <a:pt x="0" y="0"/>
                </a:moveTo>
                <a:lnTo>
                  <a:pt x="5019675" y="0"/>
                </a:lnTo>
                <a:lnTo>
                  <a:pt x="5019675" y="1009650"/>
                </a:lnTo>
                <a:lnTo>
                  <a:pt x="0" y="100965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789420" y="2457450"/>
            <a:ext cx="38100" cy="1009650"/>
          </a:xfrm>
          <a:custGeom>
            <a:avLst/>
            <a:gdLst/>
            <a:ahLst/>
            <a:cxnLst/>
            <a:rect l="l" t="t" r="r" b="b"/>
            <a:pathLst>
              <a:path w="38100" h="1009650">
                <a:moveTo>
                  <a:pt x="0" y="0"/>
                </a:moveTo>
                <a:lnTo>
                  <a:pt x="38100" y="0"/>
                </a:lnTo>
                <a:lnTo>
                  <a:pt x="38100" y="1009650"/>
                </a:lnTo>
                <a:lnTo>
                  <a:pt x="0" y="10096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960870" y="2609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086124" y="2667000"/>
            <a:ext cx="228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456170" y="2667000"/>
            <a:ext cx="132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Complication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960870" y="3067050"/>
            <a:ext cx="47720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นำเสนอปัญหาหรือความท้าทายที่เกิดขึ้น สร้างความตึงเครียด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789420" y="3581400"/>
            <a:ext cx="5019675" cy="1009650"/>
          </a:xfrm>
          <a:custGeom>
            <a:avLst/>
            <a:gdLst/>
            <a:ahLst/>
            <a:cxnLst/>
            <a:rect l="l" t="t" r="r" b="b"/>
            <a:pathLst>
              <a:path w="5019675" h="1009650">
                <a:moveTo>
                  <a:pt x="0" y="0"/>
                </a:moveTo>
                <a:lnTo>
                  <a:pt x="5019675" y="0"/>
                </a:lnTo>
                <a:lnTo>
                  <a:pt x="5019675" y="1009650"/>
                </a:lnTo>
                <a:lnTo>
                  <a:pt x="0" y="10096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789420" y="3581400"/>
            <a:ext cx="38100" cy="1009650"/>
          </a:xfrm>
          <a:custGeom>
            <a:avLst/>
            <a:gdLst/>
            <a:ahLst/>
            <a:cxnLst/>
            <a:rect l="l" t="t" r="r" b="b"/>
            <a:pathLst>
              <a:path w="38100" h="1009650">
                <a:moveTo>
                  <a:pt x="0" y="0"/>
                </a:moveTo>
                <a:lnTo>
                  <a:pt x="38100" y="0"/>
                </a:lnTo>
                <a:lnTo>
                  <a:pt x="38100" y="1009650"/>
                </a:lnTo>
                <a:lnTo>
                  <a:pt x="0" y="100965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960870" y="3733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075051" y="3790950"/>
            <a:ext cx="247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Q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456170" y="3790950"/>
            <a:ext cx="93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Question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960870" y="4191000"/>
            <a:ext cx="47720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ตั้งคำถามที่ชี้นำไปสู่ทางออก ทำให้ผู้ฟังคาดหวังคำตอบ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789420" y="4705350"/>
            <a:ext cx="5019675" cy="1009650"/>
          </a:xfrm>
          <a:custGeom>
            <a:avLst/>
            <a:gdLst/>
            <a:ahLst/>
            <a:cxnLst/>
            <a:rect l="l" t="t" r="r" b="b"/>
            <a:pathLst>
              <a:path w="5019675" h="1009650">
                <a:moveTo>
                  <a:pt x="0" y="0"/>
                </a:moveTo>
                <a:lnTo>
                  <a:pt x="5019675" y="0"/>
                </a:lnTo>
                <a:lnTo>
                  <a:pt x="5019675" y="1009650"/>
                </a:lnTo>
                <a:lnTo>
                  <a:pt x="0" y="100965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789420" y="4705350"/>
            <a:ext cx="38100" cy="1009650"/>
          </a:xfrm>
          <a:custGeom>
            <a:avLst/>
            <a:gdLst/>
            <a:ahLst/>
            <a:cxnLst/>
            <a:rect l="l" t="t" r="r" b="b"/>
            <a:pathLst>
              <a:path w="38100" h="1009650">
                <a:moveTo>
                  <a:pt x="0" y="0"/>
                </a:moveTo>
                <a:lnTo>
                  <a:pt x="38100" y="0"/>
                </a:lnTo>
                <a:lnTo>
                  <a:pt x="38100" y="1009650"/>
                </a:lnTo>
                <a:lnTo>
                  <a:pt x="0" y="10096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6960870" y="4857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082314" y="4914900"/>
            <a:ext cx="238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456170" y="4914900"/>
            <a:ext cx="80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Answer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960870" y="5314950"/>
            <a:ext cx="47720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นำเสนอข้อเสนอแนะหรือทางออกของคุณ ตอบคำถามที่ตั้งไว้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381000" y="5867400"/>
            <a:ext cx="11430000" cy="571500"/>
          </a:xfrm>
          <a:custGeom>
            <a:avLst/>
            <a:gdLst/>
            <a:ahLst/>
            <a:cxnLst/>
            <a:rect l="l" t="t" r="r" b="b"/>
            <a:pathLst>
              <a:path w="11430000" h="571500">
                <a:moveTo>
                  <a:pt x="0" y="0"/>
                </a:moveTo>
                <a:lnTo>
                  <a:pt x="11430000" y="0"/>
                </a:lnTo>
                <a:lnTo>
                  <a:pt x="114300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547688" y="60388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971550" y="6019800"/>
            <a:ext cx="523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กรอบ SCQA ช่วยสร้างความสนใจและนำไปสู่ข้อเสนอแนะที่น่าเชื่อถือ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1">
            <a:off x="-1609779" y="805597"/>
            <a:ext cx="3666767" cy="4583459"/>
          </a:xfrm>
          <a:custGeom>
            <a:avLst/>
            <a:gdLst/>
            <a:ahLst/>
            <a:cxnLst/>
            <a:rect l="l" t="t" r="r" b="b"/>
            <a:pathLst>
              <a:path w="3666767" h="4583459">
                <a:moveTo>
                  <a:pt x="0" y="0"/>
                </a:moveTo>
                <a:lnTo>
                  <a:pt x="3666767" y="0"/>
                </a:lnTo>
                <a:lnTo>
                  <a:pt x="3666767" y="4583459"/>
                </a:lnTo>
                <a:lnTo>
                  <a:pt x="0" y="4583459"/>
                </a:lnTo>
                <a:lnTo>
                  <a:pt x="0" y="0"/>
                </a:lnTo>
                <a:close/>
              </a:path>
            </a:pathLst>
          </a:custGeom>
          <a:solidFill>
            <a:srgbClr val="CC00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2079935" y="0"/>
            <a:ext cx="110003" cy="6856854"/>
          </a:xfrm>
          <a:custGeom>
            <a:avLst/>
            <a:gdLst/>
            <a:ahLst/>
            <a:cxnLst/>
            <a:rect l="l" t="t" r="r" b="b"/>
            <a:pathLst>
              <a:path w="110003" h="6856854">
                <a:moveTo>
                  <a:pt x="0" y="0"/>
                </a:moveTo>
                <a:lnTo>
                  <a:pt x="110003" y="0"/>
                </a:lnTo>
                <a:lnTo>
                  <a:pt x="110003" y="6856854"/>
                </a:lnTo>
                <a:lnTo>
                  <a:pt x="0" y="685685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6677" y="366677"/>
            <a:ext cx="2429233" cy="440012"/>
          </a:xfrm>
          <a:custGeom>
            <a:avLst/>
            <a:gdLst/>
            <a:ahLst/>
            <a:cxnLst/>
            <a:rect l="l" t="t" r="r" b="b"/>
            <a:pathLst>
              <a:path w="2429233" h="440012">
                <a:moveTo>
                  <a:pt x="0" y="0"/>
                </a:moveTo>
                <a:lnTo>
                  <a:pt x="2429233" y="0"/>
                </a:lnTo>
                <a:lnTo>
                  <a:pt x="2429233" y="440012"/>
                </a:lnTo>
                <a:lnTo>
                  <a:pt x="0" y="440012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86683" y="476680"/>
            <a:ext cx="2062556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kern="0" spc="115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DATA COMMUNICATION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6677" y="953359"/>
            <a:ext cx="11678653" cy="44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65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เลือก "ตัวเลขเดียว" ที่ทรงพลัง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6677" y="1466707"/>
            <a:ext cx="11550316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4" dirty="0">
                <a:solidFill>
                  <a:srgbClr val="000000">
                    <a:alpha val="7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The Power of One Number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6677" y="2456734"/>
            <a:ext cx="5582653" cy="2860078"/>
          </a:xfrm>
          <a:custGeom>
            <a:avLst/>
            <a:gdLst/>
            <a:ahLst/>
            <a:cxnLst/>
            <a:rect l="l" t="t" r="r" b="b"/>
            <a:pathLst>
              <a:path w="5582653" h="2860078">
                <a:moveTo>
                  <a:pt x="0" y="0"/>
                </a:moveTo>
                <a:lnTo>
                  <a:pt x="5582653" y="0"/>
                </a:lnTo>
                <a:lnTo>
                  <a:pt x="5582653" y="2860078"/>
                </a:lnTo>
                <a:lnTo>
                  <a:pt x="0" y="2860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41609" y="3776658"/>
            <a:ext cx="2016722" cy="1833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4436" b="1" dirty="0">
                <a:solidFill>
                  <a:srgbClr val="CC0000">
                    <a:alpha val="1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#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6677" y="5463371"/>
            <a:ext cx="5582653" cy="513347"/>
          </a:xfrm>
          <a:custGeom>
            <a:avLst/>
            <a:gdLst/>
            <a:ahLst/>
            <a:cxnLst/>
            <a:rect l="l" t="t" r="r" b="b"/>
            <a:pathLst>
              <a:path w="5582653" h="513347">
                <a:moveTo>
                  <a:pt x="0" y="0"/>
                </a:moveTo>
                <a:lnTo>
                  <a:pt x="5582653" y="0"/>
                </a:lnTo>
                <a:lnTo>
                  <a:pt x="5582653" y="513347"/>
                </a:lnTo>
                <a:lnTo>
                  <a:pt x="0" y="513347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41358" y="5646709"/>
            <a:ext cx="110003" cy="146671"/>
          </a:xfrm>
          <a:custGeom>
            <a:avLst/>
            <a:gdLst/>
            <a:ahLst/>
            <a:cxnLst/>
            <a:rect l="l" t="t" r="r" b="b"/>
            <a:pathLst>
              <a:path w="110003" h="146671">
                <a:moveTo>
                  <a:pt x="83906" y="110003"/>
                </a:moveTo>
                <a:cubicBezTo>
                  <a:pt x="85997" y="103615"/>
                  <a:pt x="90180" y="97828"/>
                  <a:pt x="94906" y="92844"/>
                </a:cubicBezTo>
                <a:cubicBezTo>
                  <a:pt x="104274" y="82989"/>
                  <a:pt x="110003" y="69669"/>
                  <a:pt x="110003" y="55002"/>
                </a:cubicBezTo>
                <a:cubicBezTo>
                  <a:pt x="110003" y="24636"/>
                  <a:pt x="85367" y="0"/>
                  <a:pt x="55002" y="0"/>
                </a:cubicBezTo>
                <a:cubicBezTo>
                  <a:pt x="24636" y="0"/>
                  <a:pt x="0" y="24636"/>
                  <a:pt x="0" y="55002"/>
                </a:cubicBezTo>
                <a:cubicBezTo>
                  <a:pt x="0" y="69669"/>
                  <a:pt x="5729" y="82989"/>
                  <a:pt x="15097" y="92844"/>
                </a:cubicBezTo>
                <a:cubicBezTo>
                  <a:pt x="19823" y="97828"/>
                  <a:pt x="24035" y="103615"/>
                  <a:pt x="26097" y="110003"/>
                </a:cubicBezTo>
                <a:lnTo>
                  <a:pt x="83877" y="110003"/>
                </a:lnTo>
                <a:close/>
                <a:moveTo>
                  <a:pt x="82502" y="123753"/>
                </a:moveTo>
                <a:lnTo>
                  <a:pt x="27501" y="123753"/>
                </a:lnTo>
                <a:lnTo>
                  <a:pt x="27501" y="128337"/>
                </a:lnTo>
                <a:cubicBezTo>
                  <a:pt x="27501" y="140999"/>
                  <a:pt x="37756" y="151254"/>
                  <a:pt x="50418" y="151254"/>
                </a:cubicBezTo>
                <a:lnTo>
                  <a:pt x="59585" y="151254"/>
                </a:lnTo>
                <a:cubicBezTo>
                  <a:pt x="72247" y="151254"/>
                  <a:pt x="82502" y="140999"/>
                  <a:pt x="82502" y="128337"/>
                </a:cubicBezTo>
                <a:lnTo>
                  <a:pt x="82502" y="123753"/>
                </a:lnTo>
                <a:close/>
                <a:moveTo>
                  <a:pt x="52710" y="32084"/>
                </a:moveTo>
                <a:cubicBezTo>
                  <a:pt x="41308" y="32084"/>
                  <a:pt x="32084" y="41308"/>
                  <a:pt x="32084" y="52710"/>
                </a:cubicBezTo>
                <a:cubicBezTo>
                  <a:pt x="32084" y="56520"/>
                  <a:pt x="29019" y="59585"/>
                  <a:pt x="25209" y="59585"/>
                </a:cubicBezTo>
                <a:cubicBezTo>
                  <a:pt x="21399" y="59585"/>
                  <a:pt x="18334" y="56520"/>
                  <a:pt x="18334" y="52710"/>
                </a:cubicBezTo>
                <a:cubicBezTo>
                  <a:pt x="18334" y="33717"/>
                  <a:pt x="33717" y="18334"/>
                  <a:pt x="52710" y="18334"/>
                </a:cubicBezTo>
                <a:cubicBezTo>
                  <a:pt x="56520" y="18334"/>
                  <a:pt x="59585" y="21399"/>
                  <a:pt x="59585" y="25209"/>
                </a:cubicBezTo>
                <a:cubicBezTo>
                  <a:pt x="59585" y="29019"/>
                  <a:pt x="56520" y="32084"/>
                  <a:pt x="52710" y="32084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2952" y="5610041"/>
            <a:ext cx="5126374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5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ตัวเลขเดียวที่ติดอยู่ในความทรงจำ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59973" y="1961720"/>
            <a:ext cx="5545985" cy="2493402"/>
          </a:xfrm>
          <a:custGeom>
            <a:avLst/>
            <a:gdLst/>
            <a:ahLst/>
            <a:cxnLst/>
            <a:rect l="l" t="t" r="r" b="b"/>
            <a:pathLst>
              <a:path w="5545985" h="2493402">
                <a:moveTo>
                  <a:pt x="0" y="0"/>
                </a:moveTo>
                <a:lnTo>
                  <a:pt x="5545985" y="0"/>
                </a:lnTo>
                <a:lnTo>
                  <a:pt x="5545985" y="2493402"/>
                </a:lnTo>
                <a:lnTo>
                  <a:pt x="0" y="2493402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 w="508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89146" y="2199948"/>
            <a:ext cx="220006" cy="220006"/>
          </a:xfrm>
          <a:custGeom>
            <a:avLst/>
            <a:gdLst/>
            <a:ahLst/>
            <a:cxnLst/>
            <a:rect l="l" t="t" r="r" b="b"/>
            <a:pathLst>
              <a:path w="220006" h="220006">
                <a:moveTo>
                  <a:pt x="192505" y="110003"/>
                </a:moveTo>
                <a:cubicBezTo>
                  <a:pt x="192505" y="64469"/>
                  <a:pt x="155537" y="27501"/>
                  <a:pt x="110003" y="27501"/>
                </a:cubicBezTo>
                <a:cubicBezTo>
                  <a:pt x="64469" y="27501"/>
                  <a:pt x="27501" y="64469"/>
                  <a:pt x="27501" y="110003"/>
                </a:cubicBezTo>
                <a:cubicBezTo>
                  <a:pt x="27501" y="155537"/>
                  <a:pt x="64469" y="192505"/>
                  <a:pt x="110003" y="192505"/>
                </a:cubicBezTo>
                <a:cubicBezTo>
                  <a:pt x="155537" y="192505"/>
                  <a:pt x="192505" y="155537"/>
                  <a:pt x="192505" y="110003"/>
                </a:cubicBezTo>
                <a:close/>
                <a:moveTo>
                  <a:pt x="0" y="110003"/>
                </a:moveTo>
                <a:cubicBezTo>
                  <a:pt x="0" y="49291"/>
                  <a:pt x="49291" y="0"/>
                  <a:pt x="110003" y="0"/>
                </a:cubicBezTo>
                <a:cubicBezTo>
                  <a:pt x="170715" y="0"/>
                  <a:pt x="220006" y="49291"/>
                  <a:pt x="220006" y="110003"/>
                </a:cubicBezTo>
                <a:cubicBezTo>
                  <a:pt x="220006" y="170715"/>
                  <a:pt x="170715" y="220006"/>
                  <a:pt x="110003" y="220006"/>
                </a:cubicBezTo>
                <a:cubicBezTo>
                  <a:pt x="49291" y="220006"/>
                  <a:pt x="0" y="170715"/>
                  <a:pt x="0" y="110003"/>
                </a:cubicBezTo>
                <a:close/>
                <a:moveTo>
                  <a:pt x="110003" y="144379"/>
                </a:moveTo>
                <a:cubicBezTo>
                  <a:pt x="128976" y="144379"/>
                  <a:pt x="144379" y="128976"/>
                  <a:pt x="144379" y="110003"/>
                </a:cubicBezTo>
                <a:cubicBezTo>
                  <a:pt x="144379" y="91030"/>
                  <a:pt x="128976" y="75627"/>
                  <a:pt x="110003" y="75627"/>
                </a:cubicBezTo>
                <a:cubicBezTo>
                  <a:pt x="91030" y="75627"/>
                  <a:pt x="75627" y="91030"/>
                  <a:pt x="75627" y="110003"/>
                </a:cubicBezTo>
                <a:cubicBezTo>
                  <a:pt x="75627" y="128976"/>
                  <a:pt x="91030" y="144379"/>
                  <a:pt x="110003" y="144379"/>
                </a:cubicBezTo>
                <a:close/>
                <a:moveTo>
                  <a:pt x="110003" y="48126"/>
                </a:moveTo>
                <a:cubicBezTo>
                  <a:pt x="144154" y="48126"/>
                  <a:pt x="171880" y="75852"/>
                  <a:pt x="171880" y="110003"/>
                </a:cubicBezTo>
                <a:cubicBezTo>
                  <a:pt x="171880" y="144154"/>
                  <a:pt x="144154" y="171880"/>
                  <a:pt x="110003" y="171880"/>
                </a:cubicBezTo>
                <a:cubicBezTo>
                  <a:pt x="75852" y="171880"/>
                  <a:pt x="48126" y="144154"/>
                  <a:pt x="48126" y="110003"/>
                </a:cubicBezTo>
                <a:cubicBezTo>
                  <a:pt x="48126" y="75852"/>
                  <a:pt x="75852" y="48126"/>
                  <a:pt x="110003" y="48126"/>
                </a:cubicBezTo>
                <a:close/>
                <a:moveTo>
                  <a:pt x="96253" y="110003"/>
                </a:moveTo>
                <a:cubicBezTo>
                  <a:pt x="96253" y="102414"/>
                  <a:pt x="102414" y="96253"/>
                  <a:pt x="110003" y="96253"/>
                </a:cubicBezTo>
                <a:cubicBezTo>
                  <a:pt x="117592" y="96253"/>
                  <a:pt x="123753" y="102414"/>
                  <a:pt x="123753" y="110003"/>
                </a:cubicBezTo>
                <a:cubicBezTo>
                  <a:pt x="123753" y="117592"/>
                  <a:pt x="117592" y="123753"/>
                  <a:pt x="110003" y="123753"/>
                </a:cubicBezTo>
                <a:cubicBezTo>
                  <a:pt x="102414" y="123753"/>
                  <a:pt x="96253" y="117592"/>
                  <a:pt x="96253" y="110003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36653" y="2163392"/>
            <a:ext cx="4977636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2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หลักการเลือกตัวเลขหลัก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61646" y="2639960"/>
            <a:ext cx="293341" cy="293341"/>
          </a:xfrm>
          <a:custGeom>
            <a:avLst/>
            <a:gdLst/>
            <a:ahLst/>
            <a:cxnLst/>
            <a:rect l="l" t="t" r="r" b="b"/>
            <a:pathLst>
              <a:path w="293341" h="293341">
                <a:moveTo>
                  <a:pt x="0" y="0"/>
                </a:moveTo>
                <a:lnTo>
                  <a:pt x="293341" y="0"/>
                </a:lnTo>
                <a:lnTo>
                  <a:pt x="293341" y="293341"/>
                </a:lnTo>
                <a:lnTo>
                  <a:pt x="0" y="293341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59617" y="2658294"/>
            <a:ext cx="183338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9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64990" y="2603293"/>
            <a:ext cx="2786743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9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สะท้อนปัญหาได้ชัดเจน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64990" y="2859966"/>
            <a:ext cx="2777576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000000">
                    <a:alpha val="7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ตัวเลขต้องแสดงให้เห็นความรุนแรงของปัญหา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61646" y="3226643"/>
            <a:ext cx="293341" cy="293341"/>
          </a:xfrm>
          <a:custGeom>
            <a:avLst/>
            <a:gdLst/>
            <a:ahLst/>
            <a:cxnLst/>
            <a:rect l="l" t="t" r="r" b="b"/>
            <a:pathLst>
              <a:path w="293341" h="293341">
                <a:moveTo>
                  <a:pt x="0" y="0"/>
                </a:moveTo>
                <a:lnTo>
                  <a:pt x="293341" y="0"/>
                </a:lnTo>
                <a:lnTo>
                  <a:pt x="293341" y="293341"/>
                </a:lnTo>
                <a:lnTo>
                  <a:pt x="0" y="293341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59617" y="3244977"/>
            <a:ext cx="183338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9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64990" y="3189975"/>
            <a:ext cx="1870051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9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เข้าใจง่าย ไม่ต้องอธิบาย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64990" y="3446649"/>
            <a:ext cx="1860884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000000">
                    <a:alpha val="7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ตัวเลขต้องพูดได้ด้วยตัวเอง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61646" y="3813326"/>
            <a:ext cx="293341" cy="293341"/>
          </a:xfrm>
          <a:custGeom>
            <a:avLst/>
            <a:gdLst/>
            <a:ahLst/>
            <a:cxnLst/>
            <a:rect l="l" t="t" r="r" b="b"/>
            <a:pathLst>
              <a:path w="293341" h="293341">
                <a:moveTo>
                  <a:pt x="0" y="0"/>
                </a:moveTo>
                <a:lnTo>
                  <a:pt x="293341" y="0"/>
                </a:lnTo>
                <a:lnTo>
                  <a:pt x="293341" y="293341"/>
                </a:lnTo>
                <a:lnTo>
                  <a:pt x="0" y="293341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59617" y="3831660"/>
            <a:ext cx="183338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9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64990" y="3776658"/>
            <a:ext cx="2429233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9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เชื่อมโยงกับทางออก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64990" y="4033332"/>
            <a:ext cx="2420066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000000">
                    <a:alpha val="7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ตัวเลขต้องนำไปสู่ข้อเสนอแนะได้ตรงตัว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41640" y="4620014"/>
            <a:ext cx="5582653" cy="1870051"/>
          </a:xfrm>
          <a:custGeom>
            <a:avLst/>
            <a:gdLst/>
            <a:ahLst/>
            <a:cxnLst/>
            <a:rect l="l" t="t" r="r" b="b"/>
            <a:pathLst>
              <a:path w="5582653" h="1870051">
                <a:moveTo>
                  <a:pt x="0" y="0"/>
                </a:moveTo>
                <a:lnTo>
                  <a:pt x="5582653" y="0"/>
                </a:lnTo>
                <a:lnTo>
                  <a:pt x="5582653" y="1870051"/>
                </a:lnTo>
                <a:lnTo>
                  <a:pt x="0" y="18700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24978" y="4803353"/>
            <a:ext cx="5307645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4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ตัวอย่างตัวเลขที่ทรงพลัง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24978" y="5170029"/>
            <a:ext cx="834189" cy="330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65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฿50B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33615" y="5225031"/>
            <a:ext cx="1439206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มูลค่าความสูญเสียต่อปี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24978" y="5573374"/>
            <a:ext cx="467513" cy="330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65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3x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63959" y="5628375"/>
            <a:ext cx="1521708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ต้นทุนเพิ่มขึ้นภายใน 5 ปี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24978" y="5976718"/>
            <a:ext cx="467513" cy="330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65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#1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62240" y="6031720"/>
            <a:ext cx="1650045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สาเหตุการเสียชีวิตอันดับ 1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18767" y="2750075"/>
            <a:ext cx="5078472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9" kern="0" spc="13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ANCHOR METRIC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85011" y="3153420"/>
            <a:ext cx="5545985" cy="110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8662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73%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05017" y="4400120"/>
            <a:ext cx="5105973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32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ของประชากรไทย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18767" y="4766685"/>
            <a:ext cx="5078472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9" dirty="0">
                <a:solidFill>
                  <a:srgbClr val="F5F1E6">
                    <a:alpha val="8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เสี่ยงต่อโรค NCD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1">
            <a:off x="9485283" y="3795939"/>
            <a:ext cx="3617804" cy="2713353"/>
          </a:xfrm>
          <a:custGeom>
            <a:avLst/>
            <a:gdLst/>
            <a:ahLst/>
            <a:cxnLst/>
            <a:rect l="l" t="t" r="r" b="b"/>
            <a:pathLst>
              <a:path w="3617804" h="2713353">
                <a:moveTo>
                  <a:pt x="0" y="0"/>
                </a:moveTo>
                <a:lnTo>
                  <a:pt x="3617804" y="0"/>
                </a:lnTo>
                <a:lnTo>
                  <a:pt x="3617804" y="2713353"/>
                </a:lnTo>
                <a:lnTo>
                  <a:pt x="0" y="2713353"/>
                </a:lnTo>
                <a:lnTo>
                  <a:pt x="0" y="0"/>
                </a:lnTo>
                <a:close/>
              </a:path>
            </a:pathLst>
          </a:custGeom>
          <a:solidFill>
            <a:srgbClr val="CC0000">
              <a:alpha val="1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72356"/>
          </a:xfrm>
          <a:custGeom>
            <a:avLst/>
            <a:gdLst/>
            <a:ahLst/>
            <a:cxnLst/>
            <a:rect l="l" t="t" r="r" b="b"/>
            <a:pathLst>
              <a:path w="12192000" h="72356">
                <a:moveTo>
                  <a:pt x="0" y="0"/>
                </a:moveTo>
                <a:lnTo>
                  <a:pt x="12192000" y="0"/>
                </a:lnTo>
                <a:lnTo>
                  <a:pt x="12192000" y="72356"/>
                </a:lnTo>
                <a:lnTo>
                  <a:pt x="0" y="7235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1780" y="361780"/>
            <a:ext cx="723561" cy="723561"/>
          </a:xfrm>
          <a:custGeom>
            <a:avLst/>
            <a:gdLst/>
            <a:ahLst/>
            <a:cxnLst/>
            <a:rect l="l" t="t" r="r" b="b"/>
            <a:pathLst>
              <a:path w="723561" h="723561">
                <a:moveTo>
                  <a:pt x="0" y="0"/>
                </a:moveTo>
                <a:lnTo>
                  <a:pt x="723561" y="0"/>
                </a:lnTo>
                <a:lnTo>
                  <a:pt x="723561" y="723561"/>
                </a:lnTo>
                <a:lnTo>
                  <a:pt x="0" y="72356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1365" y="542671"/>
            <a:ext cx="542671" cy="36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64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0053" y="379869"/>
            <a:ext cx="4540344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kern="0" spc="114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DATA VISUALIZATION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0053" y="633116"/>
            <a:ext cx="4685056" cy="43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18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หลักการแสดงผลข้อมูล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1780" y="1302409"/>
            <a:ext cx="3681116" cy="2387751"/>
          </a:xfrm>
          <a:custGeom>
            <a:avLst/>
            <a:gdLst/>
            <a:ahLst/>
            <a:cxnLst/>
            <a:rect l="l" t="t" r="r" b="b"/>
            <a:pathLst>
              <a:path w="3681116" h="2387751">
                <a:moveTo>
                  <a:pt x="0" y="0"/>
                </a:moveTo>
                <a:lnTo>
                  <a:pt x="3681116" y="0"/>
                </a:lnTo>
                <a:lnTo>
                  <a:pt x="3681116" y="2387751"/>
                </a:lnTo>
                <a:lnTo>
                  <a:pt x="0" y="2387751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64555" y="1157697"/>
            <a:ext cx="1067252" cy="135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22" b="1" dirty="0">
                <a:solidFill>
                  <a:srgbClr val="000000">
                    <a:alpha val="2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55555" y="1302409"/>
            <a:ext cx="3681116" cy="2387751"/>
          </a:xfrm>
          <a:custGeom>
            <a:avLst/>
            <a:gdLst/>
            <a:ahLst/>
            <a:cxnLst/>
            <a:rect l="l" t="t" r="r" b="b"/>
            <a:pathLst>
              <a:path w="3681116" h="2387751">
                <a:moveTo>
                  <a:pt x="0" y="0"/>
                </a:moveTo>
                <a:lnTo>
                  <a:pt x="3681116" y="0"/>
                </a:lnTo>
                <a:lnTo>
                  <a:pt x="3681116" y="2387751"/>
                </a:lnTo>
                <a:lnTo>
                  <a:pt x="0" y="23877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575908" y="1157697"/>
            <a:ext cx="949674" cy="135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22" b="1" dirty="0">
                <a:solidFill>
                  <a:srgbClr val="CC0000">
                    <a:alpha val="2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49330" y="1302409"/>
            <a:ext cx="3681116" cy="2387751"/>
          </a:xfrm>
          <a:custGeom>
            <a:avLst/>
            <a:gdLst/>
            <a:ahLst/>
            <a:cxnLst/>
            <a:rect l="l" t="t" r="r" b="b"/>
            <a:pathLst>
              <a:path w="3681116" h="2387751">
                <a:moveTo>
                  <a:pt x="0" y="0"/>
                </a:moveTo>
                <a:lnTo>
                  <a:pt x="3681116" y="0"/>
                </a:lnTo>
                <a:lnTo>
                  <a:pt x="3681116" y="2387751"/>
                </a:lnTo>
                <a:lnTo>
                  <a:pt x="0" y="2387751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352217" y="1157697"/>
            <a:ext cx="1067252" cy="135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22" b="1" dirty="0">
                <a:solidFill>
                  <a:srgbClr val="000000">
                    <a:alpha val="2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8849" y="1519478"/>
            <a:ext cx="578849" cy="578849"/>
          </a:xfrm>
          <a:custGeom>
            <a:avLst/>
            <a:gdLst/>
            <a:ahLst/>
            <a:cxnLst/>
            <a:rect l="l" t="t" r="r" b="b"/>
            <a:pathLst>
              <a:path w="578849" h="578849">
                <a:moveTo>
                  <a:pt x="0" y="0"/>
                </a:moveTo>
                <a:lnTo>
                  <a:pt x="578849" y="0"/>
                </a:lnTo>
                <a:lnTo>
                  <a:pt x="578849" y="578849"/>
                </a:lnTo>
                <a:lnTo>
                  <a:pt x="0" y="578849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7908" y="1673234"/>
            <a:ext cx="305252" cy="271335"/>
          </a:xfrm>
          <a:custGeom>
            <a:avLst/>
            <a:gdLst/>
            <a:ahLst/>
            <a:cxnLst/>
            <a:rect l="l" t="t" r="r" b="b"/>
            <a:pathLst>
              <a:path w="305252" h="271335">
                <a:moveTo>
                  <a:pt x="152626" y="16958"/>
                </a:moveTo>
                <a:cubicBezTo>
                  <a:pt x="109806" y="16958"/>
                  <a:pt x="75518" y="36461"/>
                  <a:pt x="50557" y="59673"/>
                </a:cubicBezTo>
                <a:cubicBezTo>
                  <a:pt x="25756" y="82725"/>
                  <a:pt x="9168" y="110230"/>
                  <a:pt x="1272" y="129149"/>
                </a:cubicBezTo>
                <a:cubicBezTo>
                  <a:pt x="-477" y="133336"/>
                  <a:pt x="-477" y="137999"/>
                  <a:pt x="1272" y="142186"/>
                </a:cubicBezTo>
                <a:cubicBezTo>
                  <a:pt x="9168" y="161105"/>
                  <a:pt x="25756" y="188663"/>
                  <a:pt x="50557" y="211663"/>
                </a:cubicBezTo>
                <a:cubicBezTo>
                  <a:pt x="75518" y="234822"/>
                  <a:pt x="109806" y="254377"/>
                  <a:pt x="152626" y="254377"/>
                </a:cubicBezTo>
                <a:cubicBezTo>
                  <a:pt x="195446" y="254377"/>
                  <a:pt x="229734" y="234875"/>
                  <a:pt x="254695" y="211663"/>
                </a:cubicBezTo>
                <a:cubicBezTo>
                  <a:pt x="279497" y="188610"/>
                  <a:pt x="296084" y="161105"/>
                  <a:pt x="303980" y="142186"/>
                </a:cubicBezTo>
                <a:cubicBezTo>
                  <a:pt x="305729" y="137999"/>
                  <a:pt x="305729" y="133336"/>
                  <a:pt x="303980" y="129149"/>
                </a:cubicBezTo>
                <a:cubicBezTo>
                  <a:pt x="296084" y="110230"/>
                  <a:pt x="279497" y="82672"/>
                  <a:pt x="254695" y="59673"/>
                </a:cubicBezTo>
                <a:cubicBezTo>
                  <a:pt x="229734" y="36514"/>
                  <a:pt x="195446" y="16958"/>
                  <a:pt x="152626" y="16958"/>
                </a:cubicBezTo>
                <a:close/>
                <a:moveTo>
                  <a:pt x="76313" y="135668"/>
                </a:moveTo>
                <a:cubicBezTo>
                  <a:pt x="76313" y="93549"/>
                  <a:pt x="110508" y="59355"/>
                  <a:pt x="152626" y="59355"/>
                </a:cubicBezTo>
                <a:cubicBezTo>
                  <a:pt x="194744" y="59355"/>
                  <a:pt x="228939" y="93549"/>
                  <a:pt x="228939" y="135668"/>
                </a:cubicBezTo>
                <a:cubicBezTo>
                  <a:pt x="228939" y="177786"/>
                  <a:pt x="194744" y="211981"/>
                  <a:pt x="152626" y="211981"/>
                </a:cubicBezTo>
                <a:cubicBezTo>
                  <a:pt x="110508" y="211981"/>
                  <a:pt x="76313" y="177786"/>
                  <a:pt x="76313" y="135668"/>
                </a:cubicBezTo>
                <a:close/>
                <a:moveTo>
                  <a:pt x="152626" y="101751"/>
                </a:moveTo>
                <a:cubicBezTo>
                  <a:pt x="152626" y="120458"/>
                  <a:pt x="137416" y="135668"/>
                  <a:pt x="118709" y="135668"/>
                </a:cubicBezTo>
                <a:cubicBezTo>
                  <a:pt x="112615" y="135668"/>
                  <a:pt x="106891" y="134078"/>
                  <a:pt x="101910" y="131216"/>
                </a:cubicBezTo>
                <a:cubicBezTo>
                  <a:pt x="101380" y="136993"/>
                  <a:pt x="101857" y="142928"/>
                  <a:pt x="103447" y="148810"/>
                </a:cubicBezTo>
                <a:cubicBezTo>
                  <a:pt x="110707" y="175944"/>
                  <a:pt x="138635" y="192055"/>
                  <a:pt x="165769" y="184794"/>
                </a:cubicBezTo>
                <a:cubicBezTo>
                  <a:pt x="192902" y="177534"/>
                  <a:pt x="209013" y="149605"/>
                  <a:pt x="201753" y="122472"/>
                </a:cubicBezTo>
                <a:cubicBezTo>
                  <a:pt x="195287" y="98253"/>
                  <a:pt x="172340" y="82831"/>
                  <a:pt x="148175" y="84951"/>
                </a:cubicBezTo>
                <a:cubicBezTo>
                  <a:pt x="150983" y="89880"/>
                  <a:pt x="152626" y="95603"/>
                  <a:pt x="152626" y="101751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8849" y="2243039"/>
            <a:ext cx="3382647" cy="325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7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Clarity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8849" y="2640997"/>
            <a:ext cx="3337424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ความชัดเจน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8849" y="3002777"/>
            <a:ext cx="3319335" cy="470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9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กราฟต้องอธิบายตัวเองได้ ผู้ฟังเข้าใจได้ทันทีโดยไม่ต้องอ่านคำอธิบาย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72624" y="1519478"/>
            <a:ext cx="578849" cy="578849"/>
          </a:xfrm>
          <a:custGeom>
            <a:avLst/>
            <a:gdLst/>
            <a:ahLst/>
            <a:cxnLst/>
            <a:rect l="l" t="t" r="r" b="b"/>
            <a:pathLst>
              <a:path w="578849" h="578849">
                <a:moveTo>
                  <a:pt x="0" y="0"/>
                </a:moveTo>
                <a:lnTo>
                  <a:pt x="578849" y="0"/>
                </a:lnTo>
                <a:lnTo>
                  <a:pt x="578849" y="578849"/>
                </a:lnTo>
                <a:lnTo>
                  <a:pt x="0" y="578849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11683" y="1673234"/>
            <a:ext cx="305252" cy="271335"/>
          </a:xfrm>
          <a:custGeom>
            <a:avLst/>
            <a:gdLst/>
            <a:ahLst/>
            <a:cxnLst/>
            <a:rect l="l" t="t" r="r" b="b"/>
            <a:pathLst>
              <a:path w="305252" h="271335">
                <a:moveTo>
                  <a:pt x="152626" y="-8479"/>
                </a:moveTo>
                <a:cubicBezTo>
                  <a:pt x="162006" y="-8479"/>
                  <a:pt x="169585" y="-901"/>
                  <a:pt x="169585" y="8479"/>
                </a:cubicBezTo>
                <a:lnTo>
                  <a:pt x="169585" y="18177"/>
                </a:lnTo>
                <a:cubicBezTo>
                  <a:pt x="221573" y="25597"/>
                  <a:pt x="262697" y="66721"/>
                  <a:pt x="270116" y="118709"/>
                </a:cubicBezTo>
                <a:lnTo>
                  <a:pt x="279815" y="118709"/>
                </a:lnTo>
                <a:cubicBezTo>
                  <a:pt x="289195" y="118709"/>
                  <a:pt x="296773" y="126288"/>
                  <a:pt x="296773" y="135668"/>
                </a:cubicBezTo>
                <a:cubicBezTo>
                  <a:pt x="296773" y="145048"/>
                  <a:pt x="289195" y="152626"/>
                  <a:pt x="279815" y="152626"/>
                </a:cubicBezTo>
                <a:lnTo>
                  <a:pt x="270116" y="152626"/>
                </a:lnTo>
                <a:cubicBezTo>
                  <a:pt x="262697" y="204614"/>
                  <a:pt x="221573" y="245739"/>
                  <a:pt x="169585" y="253158"/>
                </a:cubicBezTo>
                <a:lnTo>
                  <a:pt x="169585" y="262856"/>
                </a:lnTo>
                <a:cubicBezTo>
                  <a:pt x="169585" y="272236"/>
                  <a:pt x="162006" y="279815"/>
                  <a:pt x="152626" y="279815"/>
                </a:cubicBezTo>
                <a:cubicBezTo>
                  <a:pt x="143246" y="279815"/>
                  <a:pt x="135668" y="272236"/>
                  <a:pt x="135668" y="262856"/>
                </a:cubicBezTo>
                <a:lnTo>
                  <a:pt x="135668" y="253158"/>
                </a:lnTo>
                <a:cubicBezTo>
                  <a:pt x="83679" y="245739"/>
                  <a:pt x="42555" y="204614"/>
                  <a:pt x="35136" y="152626"/>
                </a:cubicBezTo>
                <a:lnTo>
                  <a:pt x="25438" y="152626"/>
                </a:lnTo>
                <a:cubicBezTo>
                  <a:pt x="16058" y="152626"/>
                  <a:pt x="8479" y="145048"/>
                  <a:pt x="8479" y="135668"/>
                </a:cubicBezTo>
                <a:cubicBezTo>
                  <a:pt x="8479" y="126288"/>
                  <a:pt x="16058" y="118709"/>
                  <a:pt x="25438" y="118709"/>
                </a:cubicBezTo>
                <a:lnTo>
                  <a:pt x="35136" y="118709"/>
                </a:lnTo>
                <a:cubicBezTo>
                  <a:pt x="42555" y="66721"/>
                  <a:pt x="83679" y="25597"/>
                  <a:pt x="135668" y="18177"/>
                </a:cubicBezTo>
                <a:lnTo>
                  <a:pt x="135668" y="8479"/>
                </a:lnTo>
                <a:cubicBezTo>
                  <a:pt x="135668" y="-901"/>
                  <a:pt x="143246" y="-8479"/>
                  <a:pt x="152626" y="-8479"/>
                </a:cubicBezTo>
                <a:close/>
                <a:moveTo>
                  <a:pt x="69530" y="152626"/>
                </a:moveTo>
                <a:cubicBezTo>
                  <a:pt x="76260" y="185854"/>
                  <a:pt x="102440" y="212034"/>
                  <a:pt x="135668" y="218764"/>
                </a:cubicBezTo>
                <a:lnTo>
                  <a:pt x="135668" y="211981"/>
                </a:lnTo>
                <a:cubicBezTo>
                  <a:pt x="135668" y="202601"/>
                  <a:pt x="143246" y="195022"/>
                  <a:pt x="152626" y="195022"/>
                </a:cubicBezTo>
                <a:cubicBezTo>
                  <a:pt x="162006" y="195022"/>
                  <a:pt x="169585" y="202601"/>
                  <a:pt x="169585" y="211981"/>
                </a:cubicBezTo>
                <a:lnTo>
                  <a:pt x="169585" y="218764"/>
                </a:lnTo>
                <a:cubicBezTo>
                  <a:pt x="202813" y="212034"/>
                  <a:pt x="228992" y="185854"/>
                  <a:pt x="235723" y="152626"/>
                </a:cubicBezTo>
                <a:lnTo>
                  <a:pt x="228939" y="152626"/>
                </a:lnTo>
                <a:cubicBezTo>
                  <a:pt x="219559" y="152626"/>
                  <a:pt x="211981" y="145048"/>
                  <a:pt x="211981" y="135668"/>
                </a:cubicBezTo>
                <a:cubicBezTo>
                  <a:pt x="211981" y="126288"/>
                  <a:pt x="219559" y="118709"/>
                  <a:pt x="228939" y="118709"/>
                </a:cubicBezTo>
                <a:lnTo>
                  <a:pt x="235723" y="118709"/>
                </a:lnTo>
                <a:cubicBezTo>
                  <a:pt x="228992" y="85481"/>
                  <a:pt x="202813" y="59302"/>
                  <a:pt x="169585" y="52571"/>
                </a:cubicBezTo>
                <a:lnTo>
                  <a:pt x="169585" y="59355"/>
                </a:lnTo>
                <a:cubicBezTo>
                  <a:pt x="169585" y="68735"/>
                  <a:pt x="162006" y="76313"/>
                  <a:pt x="152626" y="76313"/>
                </a:cubicBezTo>
                <a:cubicBezTo>
                  <a:pt x="143246" y="76313"/>
                  <a:pt x="135668" y="68735"/>
                  <a:pt x="135668" y="59355"/>
                </a:cubicBezTo>
                <a:lnTo>
                  <a:pt x="135668" y="52571"/>
                </a:lnTo>
                <a:cubicBezTo>
                  <a:pt x="102440" y="59302"/>
                  <a:pt x="76260" y="85481"/>
                  <a:pt x="69530" y="118709"/>
                </a:cubicBezTo>
                <a:lnTo>
                  <a:pt x="76313" y="118709"/>
                </a:lnTo>
                <a:cubicBezTo>
                  <a:pt x="85693" y="118709"/>
                  <a:pt x="93272" y="126288"/>
                  <a:pt x="93272" y="135668"/>
                </a:cubicBezTo>
                <a:cubicBezTo>
                  <a:pt x="93272" y="145048"/>
                  <a:pt x="85693" y="152626"/>
                  <a:pt x="76313" y="152626"/>
                </a:cubicBezTo>
                <a:lnTo>
                  <a:pt x="69530" y="152626"/>
                </a:lnTo>
                <a:close/>
                <a:moveTo>
                  <a:pt x="152626" y="110230"/>
                </a:moveTo>
                <a:cubicBezTo>
                  <a:pt x="166666" y="110230"/>
                  <a:pt x="178064" y="121628"/>
                  <a:pt x="178064" y="135668"/>
                </a:cubicBezTo>
                <a:cubicBezTo>
                  <a:pt x="178064" y="149707"/>
                  <a:pt x="166666" y="161105"/>
                  <a:pt x="152626" y="161105"/>
                </a:cubicBezTo>
                <a:cubicBezTo>
                  <a:pt x="138587" y="161105"/>
                  <a:pt x="127188" y="149707"/>
                  <a:pt x="127188" y="135668"/>
                </a:cubicBezTo>
                <a:cubicBezTo>
                  <a:pt x="127188" y="121628"/>
                  <a:pt x="138587" y="110230"/>
                  <a:pt x="152626" y="110230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472624" y="2243039"/>
            <a:ext cx="3382647" cy="325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7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Focus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72624" y="2640997"/>
            <a:ext cx="3337424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โฟกัส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72624" y="3002777"/>
            <a:ext cx="3319335" cy="235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9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เน้นข้อความหลักที่ต้องการสื่อ ลบสิ่งที่ไม่จำเป็นออกไป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66398" y="1519478"/>
            <a:ext cx="578849" cy="578849"/>
          </a:xfrm>
          <a:custGeom>
            <a:avLst/>
            <a:gdLst/>
            <a:ahLst/>
            <a:cxnLst/>
            <a:rect l="l" t="t" r="r" b="b"/>
            <a:pathLst>
              <a:path w="578849" h="578849">
                <a:moveTo>
                  <a:pt x="0" y="0"/>
                </a:moveTo>
                <a:lnTo>
                  <a:pt x="578849" y="0"/>
                </a:lnTo>
                <a:lnTo>
                  <a:pt x="578849" y="578849"/>
                </a:lnTo>
                <a:lnTo>
                  <a:pt x="0" y="578849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522416" y="1673234"/>
            <a:ext cx="271335" cy="271335"/>
          </a:xfrm>
          <a:custGeom>
            <a:avLst/>
            <a:gdLst/>
            <a:ahLst/>
            <a:cxnLst/>
            <a:rect l="l" t="t" r="r" b="b"/>
            <a:pathLst>
              <a:path w="271335" h="271335">
                <a:moveTo>
                  <a:pt x="237418" y="135668"/>
                </a:moveTo>
                <a:cubicBezTo>
                  <a:pt x="237418" y="79493"/>
                  <a:pt x="191843" y="33917"/>
                  <a:pt x="135668" y="33917"/>
                </a:cubicBezTo>
                <a:lnTo>
                  <a:pt x="135668" y="237418"/>
                </a:lnTo>
                <a:cubicBezTo>
                  <a:pt x="191843" y="237418"/>
                  <a:pt x="237418" y="191843"/>
                  <a:pt x="237418" y="135668"/>
                </a:cubicBezTo>
                <a:close/>
                <a:moveTo>
                  <a:pt x="0" y="135668"/>
                </a:moveTo>
                <a:cubicBezTo>
                  <a:pt x="0" y="60791"/>
                  <a:pt x="60791" y="0"/>
                  <a:pt x="135668" y="0"/>
                </a:cubicBezTo>
                <a:cubicBezTo>
                  <a:pt x="210545" y="0"/>
                  <a:pt x="271335" y="60791"/>
                  <a:pt x="271335" y="135668"/>
                </a:cubicBezTo>
                <a:cubicBezTo>
                  <a:pt x="271335" y="210545"/>
                  <a:pt x="210545" y="271335"/>
                  <a:pt x="135668" y="271335"/>
                </a:cubicBezTo>
                <a:cubicBezTo>
                  <a:pt x="60791" y="271335"/>
                  <a:pt x="0" y="210545"/>
                  <a:pt x="0" y="135668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366398" y="2243039"/>
            <a:ext cx="3382647" cy="325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7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Contrast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66398" y="2640997"/>
            <a:ext cx="3337424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ความแตกต่าง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66398" y="3002777"/>
            <a:ext cx="3319335" cy="470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9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ใช้สีและขนาดสร้างความแตกต่าง ทำให้ข้อมูลสำคัญโดดเด่น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69016" y="3914464"/>
            <a:ext cx="5278376" cy="1868596"/>
          </a:xfrm>
          <a:custGeom>
            <a:avLst/>
            <a:gdLst/>
            <a:ahLst/>
            <a:cxnLst/>
            <a:rect l="l" t="t" r="r" b="b"/>
            <a:pathLst>
              <a:path w="5278376" h="1868596">
                <a:moveTo>
                  <a:pt x="0" y="0"/>
                </a:moveTo>
                <a:lnTo>
                  <a:pt x="5278376" y="0"/>
                </a:lnTo>
                <a:lnTo>
                  <a:pt x="5278376" y="1868596"/>
                </a:lnTo>
                <a:lnTo>
                  <a:pt x="0" y="1868596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 w="203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48097" y="4084502"/>
            <a:ext cx="217068" cy="217068"/>
          </a:xfrm>
          <a:custGeom>
            <a:avLst/>
            <a:gdLst/>
            <a:ahLst/>
            <a:cxnLst/>
            <a:rect l="l" t="t" r="r" b="b"/>
            <a:pathLst>
              <a:path w="217068" h="217068">
                <a:moveTo>
                  <a:pt x="108534" y="217068"/>
                </a:moveTo>
                <a:cubicBezTo>
                  <a:pt x="168436" y="217068"/>
                  <a:pt x="217068" y="168436"/>
                  <a:pt x="217068" y="108534"/>
                </a:cubicBezTo>
                <a:cubicBezTo>
                  <a:pt x="217068" y="48633"/>
                  <a:pt x="168436" y="0"/>
                  <a:pt x="108534" y="0"/>
                </a:cubicBezTo>
                <a:cubicBezTo>
                  <a:pt x="48633" y="0"/>
                  <a:pt x="0" y="48633"/>
                  <a:pt x="0" y="108534"/>
                </a:cubicBezTo>
                <a:cubicBezTo>
                  <a:pt x="0" y="168436"/>
                  <a:pt x="48633" y="217068"/>
                  <a:pt x="108534" y="217068"/>
                </a:cubicBezTo>
                <a:close/>
                <a:moveTo>
                  <a:pt x="70802" y="70802"/>
                </a:moveTo>
                <a:cubicBezTo>
                  <a:pt x="74787" y="66816"/>
                  <a:pt x="81231" y="66816"/>
                  <a:pt x="85174" y="70802"/>
                </a:cubicBezTo>
                <a:lnTo>
                  <a:pt x="108492" y="94119"/>
                </a:lnTo>
                <a:lnTo>
                  <a:pt x="131810" y="70802"/>
                </a:lnTo>
                <a:cubicBezTo>
                  <a:pt x="135795" y="66816"/>
                  <a:pt x="142239" y="66816"/>
                  <a:pt x="146182" y="70802"/>
                </a:cubicBezTo>
                <a:cubicBezTo>
                  <a:pt x="150125" y="74787"/>
                  <a:pt x="150167" y="81231"/>
                  <a:pt x="146182" y="85174"/>
                </a:cubicBezTo>
                <a:lnTo>
                  <a:pt x="122864" y="108492"/>
                </a:lnTo>
                <a:lnTo>
                  <a:pt x="146182" y="131810"/>
                </a:lnTo>
                <a:cubicBezTo>
                  <a:pt x="150167" y="135795"/>
                  <a:pt x="150167" y="142239"/>
                  <a:pt x="146182" y="146182"/>
                </a:cubicBezTo>
                <a:cubicBezTo>
                  <a:pt x="142197" y="150125"/>
                  <a:pt x="135752" y="150167"/>
                  <a:pt x="131810" y="146182"/>
                </a:cubicBezTo>
                <a:lnTo>
                  <a:pt x="108492" y="122864"/>
                </a:lnTo>
                <a:lnTo>
                  <a:pt x="85174" y="146182"/>
                </a:lnTo>
                <a:cubicBezTo>
                  <a:pt x="81189" y="150167"/>
                  <a:pt x="74744" y="150167"/>
                  <a:pt x="70802" y="146182"/>
                </a:cubicBezTo>
                <a:cubicBezTo>
                  <a:pt x="66859" y="142197"/>
                  <a:pt x="66816" y="135752"/>
                  <a:pt x="70802" y="131810"/>
                </a:cubicBezTo>
                <a:lnTo>
                  <a:pt x="94119" y="108492"/>
                </a:lnTo>
                <a:lnTo>
                  <a:pt x="70802" y="85174"/>
                </a:lnTo>
                <a:cubicBezTo>
                  <a:pt x="66816" y="81189"/>
                  <a:pt x="66816" y="74744"/>
                  <a:pt x="70802" y="70802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64655" y="4066413"/>
            <a:ext cx="1474255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Before: มี Noise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20964" y="4428193"/>
            <a:ext cx="4974481" cy="1157697"/>
          </a:xfrm>
          <a:custGeom>
            <a:avLst/>
            <a:gdLst/>
            <a:ahLst/>
            <a:cxnLst/>
            <a:rect l="l" t="t" r="r" b="b"/>
            <a:pathLst>
              <a:path w="4974481" h="1157697">
                <a:moveTo>
                  <a:pt x="0" y="0"/>
                </a:moveTo>
                <a:lnTo>
                  <a:pt x="4974481" y="0"/>
                </a:lnTo>
                <a:lnTo>
                  <a:pt x="4974481" y="1157697"/>
                </a:lnTo>
                <a:lnTo>
                  <a:pt x="0" y="115769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656389" y="4898508"/>
            <a:ext cx="2776665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6A728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กราฟที่มีข้อมูลมากเกินไป สีเยอะ ไม่มีจุดโฟกัส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909457" y="4685056"/>
            <a:ext cx="325602" cy="325602"/>
          </a:xfrm>
          <a:custGeom>
            <a:avLst/>
            <a:gdLst/>
            <a:ahLst/>
            <a:cxnLst/>
            <a:rect l="l" t="t" r="r" b="b"/>
            <a:pathLst>
              <a:path w="325602" h="325602">
                <a:moveTo>
                  <a:pt x="319625" y="177173"/>
                </a:moveTo>
                <a:cubicBezTo>
                  <a:pt x="327574" y="169224"/>
                  <a:pt x="327574" y="156315"/>
                  <a:pt x="319625" y="148365"/>
                </a:cubicBezTo>
                <a:lnTo>
                  <a:pt x="217874" y="46615"/>
                </a:lnTo>
                <a:cubicBezTo>
                  <a:pt x="209924" y="38665"/>
                  <a:pt x="197015" y="38665"/>
                  <a:pt x="189066" y="46615"/>
                </a:cubicBezTo>
                <a:cubicBezTo>
                  <a:pt x="181116" y="54564"/>
                  <a:pt x="181116" y="67473"/>
                  <a:pt x="189066" y="75423"/>
                </a:cubicBezTo>
                <a:lnTo>
                  <a:pt x="256094" y="142451"/>
                </a:lnTo>
                <a:lnTo>
                  <a:pt x="20350" y="142451"/>
                </a:lnTo>
                <a:cubicBezTo>
                  <a:pt x="9094" y="142451"/>
                  <a:pt x="0" y="151545"/>
                  <a:pt x="0" y="162801"/>
                </a:cubicBezTo>
                <a:cubicBezTo>
                  <a:pt x="0" y="174057"/>
                  <a:pt x="9094" y="183151"/>
                  <a:pt x="20350" y="183151"/>
                </a:cubicBezTo>
                <a:lnTo>
                  <a:pt x="256094" y="183151"/>
                </a:lnTo>
                <a:lnTo>
                  <a:pt x="189066" y="250180"/>
                </a:lnTo>
                <a:cubicBezTo>
                  <a:pt x="181116" y="258129"/>
                  <a:pt x="181116" y="271039"/>
                  <a:pt x="189066" y="278988"/>
                </a:cubicBezTo>
                <a:cubicBezTo>
                  <a:pt x="197015" y="286937"/>
                  <a:pt x="209924" y="286937"/>
                  <a:pt x="217874" y="278988"/>
                </a:cubicBezTo>
                <a:lnTo>
                  <a:pt x="319625" y="177237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510917" y="3925318"/>
            <a:ext cx="5300083" cy="1845080"/>
          </a:xfrm>
          <a:custGeom>
            <a:avLst/>
            <a:gdLst/>
            <a:ahLst/>
            <a:cxnLst/>
            <a:rect l="l" t="t" r="r" b="b"/>
            <a:pathLst>
              <a:path w="5300083" h="1845080">
                <a:moveTo>
                  <a:pt x="0" y="0"/>
                </a:moveTo>
                <a:lnTo>
                  <a:pt x="5300083" y="0"/>
                </a:lnTo>
                <a:lnTo>
                  <a:pt x="5300083" y="1845080"/>
                </a:lnTo>
                <a:lnTo>
                  <a:pt x="0" y="1845080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 w="50800">
            <a:solidFill>
              <a:srgbClr val="00B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700852" y="4106208"/>
            <a:ext cx="217068" cy="217068"/>
          </a:xfrm>
          <a:custGeom>
            <a:avLst/>
            <a:gdLst/>
            <a:ahLst/>
            <a:cxnLst/>
            <a:rect l="l" t="t" r="r" b="b"/>
            <a:pathLst>
              <a:path w="217068" h="217068">
                <a:moveTo>
                  <a:pt x="108534" y="217068"/>
                </a:moveTo>
                <a:cubicBezTo>
                  <a:pt x="168436" y="217068"/>
                  <a:pt x="217068" y="168436"/>
                  <a:pt x="217068" y="108534"/>
                </a:cubicBezTo>
                <a:cubicBezTo>
                  <a:pt x="217068" y="48633"/>
                  <a:pt x="168436" y="0"/>
                  <a:pt x="108534" y="0"/>
                </a:cubicBezTo>
                <a:cubicBezTo>
                  <a:pt x="48633" y="0"/>
                  <a:pt x="0" y="48633"/>
                  <a:pt x="0" y="108534"/>
                </a:cubicBezTo>
                <a:cubicBezTo>
                  <a:pt x="0" y="168436"/>
                  <a:pt x="48633" y="217068"/>
                  <a:pt x="108534" y="217068"/>
                </a:cubicBezTo>
                <a:close/>
                <a:moveTo>
                  <a:pt x="144316" y="90177"/>
                </a:moveTo>
                <a:lnTo>
                  <a:pt x="110400" y="144444"/>
                </a:lnTo>
                <a:cubicBezTo>
                  <a:pt x="108619" y="147284"/>
                  <a:pt x="105566" y="149065"/>
                  <a:pt x="102217" y="149234"/>
                </a:cubicBezTo>
                <a:cubicBezTo>
                  <a:pt x="98868" y="149404"/>
                  <a:pt x="95646" y="147878"/>
                  <a:pt x="93653" y="145164"/>
                </a:cubicBezTo>
                <a:lnTo>
                  <a:pt x="73303" y="118031"/>
                </a:lnTo>
                <a:cubicBezTo>
                  <a:pt x="69911" y="113537"/>
                  <a:pt x="70844" y="107177"/>
                  <a:pt x="75338" y="103786"/>
                </a:cubicBezTo>
                <a:cubicBezTo>
                  <a:pt x="79832" y="100394"/>
                  <a:pt x="86191" y="101327"/>
                  <a:pt x="89583" y="105821"/>
                </a:cubicBezTo>
                <a:lnTo>
                  <a:pt x="101030" y="121083"/>
                </a:lnTo>
                <a:lnTo>
                  <a:pt x="127061" y="79408"/>
                </a:lnTo>
                <a:cubicBezTo>
                  <a:pt x="130029" y="74660"/>
                  <a:pt x="136304" y="73176"/>
                  <a:pt x="141094" y="76186"/>
                </a:cubicBezTo>
                <a:cubicBezTo>
                  <a:pt x="145885" y="79196"/>
                  <a:pt x="147327" y="85428"/>
                  <a:pt x="144316" y="90219"/>
                </a:cubicBezTo>
                <a:close/>
              </a:path>
            </a:pathLst>
          </a:custGeom>
          <a:solidFill>
            <a:srgbClr val="00B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017409" y="4088119"/>
            <a:ext cx="1564700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After: เน้น Signal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673718" y="4449899"/>
            <a:ext cx="4974481" cy="1157697"/>
          </a:xfrm>
          <a:custGeom>
            <a:avLst/>
            <a:gdLst/>
            <a:ahLst/>
            <a:cxnLst/>
            <a:rect l="l" t="t" r="r" b="b"/>
            <a:pathLst>
              <a:path w="4974481" h="1157697">
                <a:moveTo>
                  <a:pt x="0" y="0"/>
                </a:moveTo>
                <a:lnTo>
                  <a:pt x="4974481" y="0"/>
                </a:lnTo>
                <a:lnTo>
                  <a:pt x="4974481" y="1157697"/>
                </a:lnTo>
                <a:lnTo>
                  <a:pt x="0" y="115769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986303" y="4920214"/>
            <a:ext cx="2342528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9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กราฟที่ชัดเจน โฟกัสที่ข้อความหลัก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61780" y="5933199"/>
            <a:ext cx="11468439" cy="560760"/>
          </a:xfrm>
          <a:custGeom>
            <a:avLst/>
            <a:gdLst/>
            <a:ahLst/>
            <a:cxnLst/>
            <a:rect l="l" t="t" r="r" b="b"/>
            <a:pathLst>
              <a:path w="11468439" h="560760">
                <a:moveTo>
                  <a:pt x="0" y="0"/>
                </a:moveTo>
                <a:lnTo>
                  <a:pt x="11468439" y="0"/>
                </a:lnTo>
                <a:lnTo>
                  <a:pt x="11468439" y="560760"/>
                </a:lnTo>
                <a:lnTo>
                  <a:pt x="0" y="5607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42671" y="6077911"/>
            <a:ext cx="271335" cy="271335"/>
          </a:xfrm>
          <a:custGeom>
            <a:avLst/>
            <a:gdLst/>
            <a:ahLst/>
            <a:cxnLst/>
            <a:rect l="l" t="t" r="r" b="b"/>
            <a:pathLst>
              <a:path w="271335" h="271335">
                <a:moveTo>
                  <a:pt x="33917" y="33917"/>
                </a:moveTo>
                <a:cubicBezTo>
                  <a:pt x="33917" y="24537"/>
                  <a:pt x="26339" y="16958"/>
                  <a:pt x="16958" y="16958"/>
                </a:cubicBezTo>
                <a:cubicBezTo>
                  <a:pt x="7578" y="16958"/>
                  <a:pt x="0" y="24537"/>
                  <a:pt x="0" y="33917"/>
                </a:cubicBezTo>
                <a:lnTo>
                  <a:pt x="0" y="211981"/>
                </a:lnTo>
                <a:cubicBezTo>
                  <a:pt x="0" y="235405"/>
                  <a:pt x="18972" y="254377"/>
                  <a:pt x="42396" y="254377"/>
                </a:cubicBezTo>
                <a:lnTo>
                  <a:pt x="254377" y="254377"/>
                </a:lnTo>
                <a:cubicBezTo>
                  <a:pt x="263757" y="254377"/>
                  <a:pt x="271335" y="246799"/>
                  <a:pt x="271335" y="237418"/>
                </a:cubicBezTo>
                <a:cubicBezTo>
                  <a:pt x="271335" y="228038"/>
                  <a:pt x="263757" y="220460"/>
                  <a:pt x="254377" y="220460"/>
                </a:cubicBezTo>
                <a:lnTo>
                  <a:pt x="42396" y="220460"/>
                </a:lnTo>
                <a:cubicBezTo>
                  <a:pt x="37733" y="220460"/>
                  <a:pt x="33917" y="216644"/>
                  <a:pt x="33917" y="211981"/>
                </a:cubicBezTo>
                <a:lnTo>
                  <a:pt x="33917" y="33917"/>
                </a:lnTo>
                <a:close/>
                <a:moveTo>
                  <a:pt x="249395" y="79811"/>
                </a:moveTo>
                <a:cubicBezTo>
                  <a:pt x="256020" y="73186"/>
                  <a:pt x="256020" y="62428"/>
                  <a:pt x="249395" y="55804"/>
                </a:cubicBezTo>
                <a:cubicBezTo>
                  <a:pt x="242771" y="49180"/>
                  <a:pt x="232013" y="49180"/>
                  <a:pt x="225388" y="55804"/>
                </a:cubicBezTo>
                <a:lnTo>
                  <a:pt x="169585" y="111661"/>
                </a:lnTo>
                <a:lnTo>
                  <a:pt x="139165" y="81295"/>
                </a:lnTo>
                <a:cubicBezTo>
                  <a:pt x="132541" y="74670"/>
                  <a:pt x="121783" y="74670"/>
                  <a:pt x="115159" y="81295"/>
                </a:cubicBezTo>
                <a:lnTo>
                  <a:pt x="64283" y="132170"/>
                </a:lnTo>
                <a:cubicBezTo>
                  <a:pt x="57659" y="138794"/>
                  <a:pt x="57659" y="149552"/>
                  <a:pt x="64283" y="156177"/>
                </a:cubicBezTo>
                <a:cubicBezTo>
                  <a:pt x="70908" y="162801"/>
                  <a:pt x="81666" y="162801"/>
                  <a:pt x="88290" y="156177"/>
                </a:cubicBezTo>
                <a:lnTo>
                  <a:pt x="127188" y="117278"/>
                </a:lnTo>
                <a:lnTo>
                  <a:pt x="157608" y="147698"/>
                </a:lnTo>
                <a:cubicBezTo>
                  <a:pt x="164232" y="154322"/>
                  <a:pt x="174990" y="154322"/>
                  <a:pt x="181614" y="147698"/>
                </a:cubicBezTo>
                <a:lnTo>
                  <a:pt x="249448" y="79864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90374" y="6086955"/>
            <a:ext cx="3825828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2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กราฟที่ดีต้องอธิบายตัวเองได้: ลด noise เพิ่ม signal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1">
            <a:off x="-1126850" y="-255426"/>
            <a:ext cx="2857500" cy="3810000"/>
          </a:xfrm>
          <a:custGeom>
            <a:avLst/>
            <a:gdLst/>
            <a:ahLst/>
            <a:cxnLst/>
            <a:rect l="l" t="t" r="r" b="b"/>
            <a:pathLst>
              <a:path w="2857500" h="3810000">
                <a:moveTo>
                  <a:pt x="0" y="0"/>
                </a:moveTo>
                <a:lnTo>
                  <a:pt x="2857500" y="0"/>
                </a:lnTo>
                <a:lnTo>
                  <a:pt x="2857500" y="3810000"/>
                </a:lnTo>
                <a:lnTo>
                  <a:pt x="0" y="38100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2115800" y="0"/>
            <a:ext cx="76200" cy="6858000"/>
          </a:xfrm>
          <a:custGeom>
            <a:avLst/>
            <a:gdLst/>
            <a:ahLst/>
            <a:cxnLst/>
            <a:rect l="l" t="t" r="r" b="b"/>
            <a:pathLst>
              <a:path w="76200" h="6858000">
                <a:moveTo>
                  <a:pt x="0" y="0"/>
                </a:moveTo>
                <a:lnTo>
                  <a:pt x="76200" y="0"/>
                </a:lnTo>
                <a:lnTo>
                  <a:pt x="762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81000" y="381000"/>
            <a:ext cx="2047875" cy="457200"/>
          </a:xfrm>
          <a:custGeom>
            <a:avLst/>
            <a:gdLst/>
            <a:ahLst/>
            <a:cxnLst/>
            <a:rect l="l" t="t" r="r" b="b"/>
            <a:pathLst>
              <a:path w="2047875" h="457200">
                <a:moveTo>
                  <a:pt x="0" y="0"/>
                </a:moveTo>
                <a:lnTo>
                  <a:pt x="2047875" y="0"/>
                </a:lnTo>
                <a:lnTo>
                  <a:pt x="204787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09600" y="495300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CHART SELECTION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9906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เลือกกราฟให้เหมาะ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15240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000000">
                    <a:alpha val="7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เลือกกราฟผิด = ผู้ฟังเข้าใจผิด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1000" y="2019300"/>
            <a:ext cx="3657600" cy="3124200"/>
          </a:xfrm>
          <a:custGeom>
            <a:avLst/>
            <a:gdLst/>
            <a:ahLst/>
            <a:cxnLst/>
            <a:rect l="l" t="t" r="r" b="b"/>
            <a:pathLst>
              <a:path w="3657600" h="3124200">
                <a:moveTo>
                  <a:pt x="0" y="0"/>
                </a:moveTo>
                <a:lnTo>
                  <a:pt x="3657600" y="0"/>
                </a:lnTo>
                <a:lnTo>
                  <a:pt x="3657600" y="3124200"/>
                </a:lnTo>
                <a:lnTo>
                  <a:pt x="0" y="3124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5196" y="3867034"/>
            <a:ext cx="1428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1250" b="1" dirty="0">
                <a:solidFill>
                  <a:srgbClr val="CC0000">
                    <a:alpha val="1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/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67200" y="2019300"/>
            <a:ext cx="3657600" cy="3124200"/>
          </a:xfrm>
          <a:custGeom>
            <a:avLst/>
            <a:gdLst/>
            <a:ahLst/>
            <a:cxnLst/>
            <a:rect l="l" t="t" r="r" b="b"/>
            <a:pathLst>
              <a:path w="3657600" h="3124200">
                <a:moveTo>
                  <a:pt x="0" y="0"/>
                </a:moveTo>
                <a:lnTo>
                  <a:pt x="3657600" y="0"/>
                </a:lnTo>
                <a:lnTo>
                  <a:pt x="3657600" y="3124200"/>
                </a:lnTo>
                <a:lnTo>
                  <a:pt x="0" y="31242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249954" y="3867034"/>
            <a:ext cx="15430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1250" b="1" dirty="0">
                <a:solidFill>
                  <a:srgbClr val="000000">
                    <a:alpha val="1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=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53400" y="2019300"/>
            <a:ext cx="3657600" cy="3124200"/>
          </a:xfrm>
          <a:custGeom>
            <a:avLst/>
            <a:gdLst/>
            <a:ahLst/>
            <a:cxnLst/>
            <a:rect l="l" t="t" r="r" b="b"/>
            <a:pathLst>
              <a:path w="3657600" h="3124200">
                <a:moveTo>
                  <a:pt x="0" y="0"/>
                </a:moveTo>
                <a:lnTo>
                  <a:pt x="3657600" y="0"/>
                </a:lnTo>
                <a:lnTo>
                  <a:pt x="3657600" y="3124200"/>
                </a:lnTo>
                <a:lnTo>
                  <a:pt x="0" y="3124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100317" y="3867034"/>
            <a:ext cx="15811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1250" b="1" dirty="0">
                <a:solidFill>
                  <a:srgbClr val="CC0000">
                    <a:alpha val="1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○</a:t>
            </a:r>
            <a:endParaRPr lang="en-US" sz="16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000" r="10000"/>
          <a:stretch/>
        </p:blipFill>
        <p:spPr>
          <a:xfrm>
            <a:off x="1600200" y="2209800"/>
            <a:ext cx="1219200" cy="762000"/>
          </a:xfrm>
          <a:prstGeom prst="roundRect">
            <a:avLst>
              <a:gd name="adj" fmla="val 0"/>
            </a:avLst>
          </a:prstGeom>
        </p:spPr>
      </p:pic>
      <p:sp>
        <p:nvSpPr>
          <p:cNvPr id="15" name="Text 12"/>
          <p:cNvSpPr/>
          <p:nvPr/>
        </p:nvSpPr>
        <p:spPr>
          <a:xfrm>
            <a:off x="514350" y="3124200"/>
            <a:ext cx="3390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Line Chart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23875" y="3505084"/>
            <a:ext cx="3371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กราฟเส้น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71500" y="3886084"/>
            <a:ext cx="3276600" cy="457200"/>
          </a:xfrm>
          <a:custGeom>
            <a:avLst/>
            <a:gdLst/>
            <a:ahLst/>
            <a:cxnLst/>
            <a:rect l="l" t="t" r="r" b="b"/>
            <a:pathLst>
              <a:path w="3276600" h="457200">
                <a:moveTo>
                  <a:pt x="0" y="0"/>
                </a:moveTo>
                <a:lnTo>
                  <a:pt x="3276600" y="0"/>
                </a:lnTo>
                <a:lnTo>
                  <a:pt x="3276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7700" y="4000384"/>
            <a:ext cx="312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ใช้สำหรับ: แนวโน้ม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00075" y="449568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38200" y="4457584"/>
            <a:ext cx="1990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แสดงการเปลี่ยนแปลงตามเวลา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00075" y="476238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38200" y="4724284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เห็น trend ได้ชัดเจน</a:t>
            </a:r>
            <a:endParaRPr lang="en-US" sz="160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0000" r="10000"/>
          <a:stretch/>
        </p:blipFill>
        <p:spPr>
          <a:xfrm>
            <a:off x="5486400" y="2209800"/>
            <a:ext cx="1219200" cy="762000"/>
          </a:xfrm>
          <a:prstGeom prst="roundRect">
            <a:avLst>
              <a:gd name="adj" fmla="val 0"/>
            </a:avLst>
          </a:prstGeom>
        </p:spPr>
      </p:pic>
      <p:sp>
        <p:nvSpPr>
          <p:cNvPr id="24" name="Text 20"/>
          <p:cNvSpPr/>
          <p:nvPr/>
        </p:nvSpPr>
        <p:spPr>
          <a:xfrm>
            <a:off x="4400550" y="3124200"/>
            <a:ext cx="3390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Bar Chart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4410075" y="3505084"/>
            <a:ext cx="3371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กราฟแท่ง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4457700" y="3886084"/>
            <a:ext cx="3276600" cy="457200"/>
          </a:xfrm>
          <a:custGeom>
            <a:avLst/>
            <a:gdLst/>
            <a:ahLst/>
            <a:cxnLst/>
            <a:rect l="l" t="t" r="r" b="b"/>
            <a:pathLst>
              <a:path w="3276600" h="457200">
                <a:moveTo>
                  <a:pt x="0" y="0"/>
                </a:moveTo>
                <a:lnTo>
                  <a:pt x="3276600" y="0"/>
                </a:lnTo>
                <a:lnTo>
                  <a:pt x="3276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4533900" y="4000384"/>
            <a:ext cx="312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ใช้สำหรับ: การเปรียบเทียบ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4486275" y="449568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4724400" y="4457584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เปรียบเทียบหลายกลุ่ม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4486275" y="476238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4724400" y="4724284"/>
            <a:ext cx="1590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เห็นความแตกต่างชัดเจน</a:t>
            </a:r>
            <a:endParaRPr lang="en-US" sz="1600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10000" r="10000"/>
          <a:stretch/>
        </p:blipFill>
        <p:spPr>
          <a:xfrm>
            <a:off x="9307355" y="2209800"/>
            <a:ext cx="1284445" cy="802778"/>
          </a:xfrm>
          <a:prstGeom prst="roundRect">
            <a:avLst>
              <a:gd name="adj" fmla="val 0"/>
            </a:avLst>
          </a:prstGeom>
        </p:spPr>
      </p:pic>
      <p:sp>
        <p:nvSpPr>
          <p:cNvPr id="33" name="Text 28"/>
          <p:cNvSpPr/>
          <p:nvPr/>
        </p:nvSpPr>
        <p:spPr>
          <a:xfrm>
            <a:off x="8286750" y="3124200"/>
            <a:ext cx="3390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Pie Chart</a:t>
            </a:r>
            <a:endParaRPr lang="en-US" sz="1600" dirty="0"/>
          </a:p>
        </p:txBody>
      </p:sp>
      <p:sp>
        <p:nvSpPr>
          <p:cNvPr id="34" name="Text 29"/>
          <p:cNvSpPr/>
          <p:nvPr/>
        </p:nvSpPr>
        <p:spPr>
          <a:xfrm>
            <a:off x="8296275" y="3505084"/>
            <a:ext cx="3371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กราฟวงกลม</a:t>
            </a:r>
            <a:endParaRPr lang="en-US" sz="1600" dirty="0"/>
          </a:p>
        </p:txBody>
      </p:sp>
      <p:sp>
        <p:nvSpPr>
          <p:cNvPr id="35" name="Shape 30"/>
          <p:cNvSpPr/>
          <p:nvPr/>
        </p:nvSpPr>
        <p:spPr>
          <a:xfrm>
            <a:off x="8343900" y="3886084"/>
            <a:ext cx="3276600" cy="457200"/>
          </a:xfrm>
          <a:custGeom>
            <a:avLst/>
            <a:gdLst/>
            <a:ahLst/>
            <a:cxnLst/>
            <a:rect l="l" t="t" r="r" b="b"/>
            <a:pathLst>
              <a:path w="3276600" h="457200">
                <a:moveTo>
                  <a:pt x="0" y="0"/>
                </a:moveTo>
                <a:lnTo>
                  <a:pt x="3276600" y="0"/>
                </a:lnTo>
                <a:lnTo>
                  <a:pt x="3276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/>
          <p:nvPr/>
        </p:nvSpPr>
        <p:spPr>
          <a:xfrm>
            <a:off x="8420100" y="4000384"/>
            <a:ext cx="312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ใช้สำหรับ: สัดส่วน</a:t>
            </a:r>
            <a:endParaRPr lang="en-US" sz="1600" dirty="0"/>
          </a:p>
        </p:txBody>
      </p:sp>
      <p:sp>
        <p:nvSpPr>
          <p:cNvPr id="37" name="Shape 32"/>
          <p:cNvSpPr/>
          <p:nvPr/>
        </p:nvSpPr>
        <p:spPr>
          <a:xfrm>
            <a:off x="8372475" y="449568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8610600" y="4457584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แสดงส่วนของทั้งหมด</a:t>
            </a:r>
            <a:endParaRPr lang="en-US" sz="1600" dirty="0"/>
          </a:p>
        </p:txBody>
      </p:sp>
      <p:sp>
        <p:nvSpPr>
          <p:cNvPr id="39" name="Shape 34"/>
          <p:cNvSpPr/>
          <p:nvPr/>
        </p:nvSpPr>
        <p:spPr>
          <a:xfrm>
            <a:off x="8372475" y="476238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5"/>
          <p:cNvSpPr/>
          <p:nvPr/>
        </p:nvSpPr>
        <p:spPr>
          <a:xfrm>
            <a:off x="8610600" y="4724284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ไม่ควรเกิน 5-6 ส่วน</a:t>
            </a:r>
            <a:endParaRPr lang="en-US" sz="1600" dirty="0"/>
          </a:p>
        </p:txBody>
      </p:sp>
      <p:sp>
        <p:nvSpPr>
          <p:cNvPr id="41" name="Shape 36"/>
          <p:cNvSpPr/>
          <p:nvPr/>
        </p:nvSpPr>
        <p:spPr>
          <a:xfrm>
            <a:off x="381000" y="5371984"/>
            <a:ext cx="11430000" cy="952500"/>
          </a:xfrm>
          <a:custGeom>
            <a:avLst/>
            <a:gdLst/>
            <a:ahLst/>
            <a:cxnLst/>
            <a:rect l="l" t="t" r="r" b="b"/>
            <a:pathLst>
              <a:path w="11430000" h="952500">
                <a:moveTo>
                  <a:pt x="0" y="0"/>
                </a:moveTo>
                <a:lnTo>
                  <a:pt x="11430000" y="0"/>
                </a:lnTo>
                <a:lnTo>
                  <a:pt x="1143000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7"/>
          <p:cNvSpPr/>
          <p:nvPr/>
        </p:nvSpPr>
        <p:spPr>
          <a:xfrm>
            <a:off x="609600" y="570535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51079" y="0"/>
                  <a:pt x="158614" y="4521"/>
                  <a:pt x="162520" y="11720"/>
                </a:cubicBezTo>
                <a:lnTo>
                  <a:pt x="283071" y="234962"/>
                </a:lnTo>
                <a:cubicBezTo>
                  <a:pt x="286810" y="241883"/>
                  <a:pt x="286643" y="250254"/>
                  <a:pt x="282625" y="257008"/>
                </a:cubicBezTo>
                <a:cubicBezTo>
                  <a:pt x="278606" y="263761"/>
                  <a:pt x="271295" y="267891"/>
                  <a:pt x="263426" y="267891"/>
                </a:cubicBezTo>
                <a:lnTo>
                  <a:pt x="22324" y="267891"/>
                </a:lnTo>
                <a:cubicBezTo>
                  <a:pt x="14455" y="267891"/>
                  <a:pt x="7200" y="263761"/>
                  <a:pt x="3125" y="257008"/>
                </a:cubicBezTo>
                <a:cubicBezTo>
                  <a:pt x="-949" y="250254"/>
                  <a:pt x="-1060" y="241883"/>
                  <a:pt x="2679" y="234962"/>
                </a:cubicBezTo>
                <a:lnTo>
                  <a:pt x="123230" y="11720"/>
                </a:lnTo>
                <a:cubicBezTo>
                  <a:pt x="127136" y="4521"/>
                  <a:pt x="134671" y="0"/>
                  <a:pt x="142875" y="0"/>
                </a:cubicBezTo>
                <a:close/>
                <a:moveTo>
                  <a:pt x="142875" y="93762"/>
                </a:moveTo>
                <a:cubicBezTo>
                  <a:pt x="135452" y="93762"/>
                  <a:pt x="129480" y="99733"/>
                  <a:pt x="129480" y="107156"/>
                </a:cubicBezTo>
                <a:lnTo>
                  <a:pt x="129480" y="169664"/>
                </a:lnTo>
                <a:cubicBezTo>
                  <a:pt x="129480" y="177087"/>
                  <a:pt x="135452" y="183059"/>
                  <a:pt x="142875" y="183059"/>
                </a:cubicBezTo>
                <a:cubicBezTo>
                  <a:pt x="150298" y="183059"/>
                  <a:pt x="156270" y="177087"/>
                  <a:pt x="156270" y="169664"/>
                </a:cubicBezTo>
                <a:lnTo>
                  <a:pt x="156270" y="107156"/>
                </a:lnTo>
                <a:cubicBezTo>
                  <a:pt x="156270" y="99733"/>
                  <a:pt x="150298" y="93762"/>
                  <a:pt x="142875" y="93762"/>
                </a:cubicBezTo>
                <a:close/>
                <a:moveTo>
                  <a:pt x="157776" y="214313"/>
                </a:moveTo>
                <a:cubicBezTo>
                  <a:pt x="158115" y="208781"/>
                  <a:pt x="155357" y="203519"/>
                  <a:pt x="150615" y="200651"/>
                </a:cubicBezTo>
                <a:cubicBezTo>
                  <a:pt x="145874" y="197783"/>
                  <a:pt x="139932" y="197783"/>
                  <a:pt x="135190" y="200651"/>
                </a:cubicBezTo>
                <a:cubicBezTo>
                  <a:pt x="130449" y="203519"/>
                  <a:pt x="127690" y="208781"/>
                  <a:pt x="128029" y="214312"/>
                </a:cubicBezTo>
                <a:cubicBezTo>
                  <a:pt x="127690" y="219844"/>
                  <a:pt x="130449" y="225106"/>
                  <a:pt x="135190" y="227974"/>
                </a:cubicBezTo>
                <a:cubicBezTo>
                  <a:pt x="139932" y="230842"/>
                  <a:pt x="145874" y="230842"/>
                  <a:pt x="150615" y="227974"/>
                </a:cubicBezTo>
                <a:cubicBezTo>
                  <a:pt x="155357" y="225106"/>
                  <a:pt x="158115" y="219844"/>
                  <a:pt x="157776" y="214313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8"/>
          <p:cNvSpPr/>
          <p:nvPr/>
        </p:nvSpPr>
        <p:spPr>
          <a:xfrm>
            <a:off x="1081088" y="5562484"/>
            <a:ext cx="3914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ข้อควรระวัง</a:t>
            </a:r>
            <a:endParaRPr lang="en-US" sz="1600" dirty="0"/>
          </a:p>
        </p:txBody>
      </p:sp>
      <p:sp>
        <p:nvSpPr>
          <p:cNvPr id="44" name="Text 39"/>
          <p:cNvSpPr/>
          <p:nvPr/>
        </p:nvSpPr>
        <p:spPr>
          <a:xfrm>
            <a:off x="1081088" y="5867284"/>
            <a:ext cx="390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การเลือกกราฟผิดจะทำให้ผู้ฟังเข้าใจผิดและตัดสินใจผิด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1">
            <a:off x="8808396" y="482716"/>
            <a:ext cx="4265920" cy="5119104"/>
          </a:xfrm>
          <a:custGeom>
            <a:avLst/>
            <a:gdLst/>
            <a:ahLst/>
            <a:cxnLst/>
            <a:rect l="l" t="t" r="r" b="b"/>
            <a:pathLst>
              <a:path w="4265920" h="5119104">
                <a:moveTo>
                  <a:pt x="0" y="0"/>
                </a:moveTo>
                <a:lnTo>
                  <a:pt x="4265920" y="0"/>
                </a:lnTo>
                <a:lnTo>
                  <a:pt x="4265920" y="5119104"/>
                </a:lnTo>
                <a:lnTo>
                  <a:pt x="0" y="5119104"/>
                </a:lnTo>
                <a:lnTo>
                  <a:pt x="0" y="0"/>
                </a:lnTo>
                <a:close/>
              </a:path>
            </a:pathLst>
          </a:custGeom>
          <a:solidFill>
            <a:srgbClr val="CC00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57218"/>
            <a:ext cx="12192000" cy="102382"/>
          </a:xfrm>
          <a:custGeom>
            <a:avLst/>
            <a:gdLst/>
            <a:ahLst/>
            <a:cxnLst/>
            <a:rect l="l" t="t" r="r" b="b"/>
            <a:pathLst>
              <a:path w="12192000" h="102382">
                <a:moveTo>
                  <a:pt x="0" y="0"/>
                </a:moveTo>
                <a:lnTo>
                  <a:pt x="12192000" y="0"/>
                </a:lnTo>
                <a:lnTo>
                  <a:pt x="12192000" y="102382"/>
                </a:lnTo>
                <a:lnTo>
                  <a:pt x="0" y="10238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1274" y="341274"/>
            <a:ext cx="682547" cy="682547"/>
          </a:xfrm>
          <a:custGeom>
            <a:avLst/>
            <a:gdLst/>
            <a:ahLst/>
            <a:cxnLst/>
            <a:rect l="l" t="t" r="r" b="b"/>
            <a:pathLst>
              <a:path w="682547" h="682547">
                <a:moveTo>
                  <a:pt x="0" y="0"/>
                </a:moveTo>
                <a:lnTo>
                  <a:pt x="682547" y="0"/>
                </a:lnTo>
                <a:lnTo>
                  <a:pt x="682547" y="682547"/>
                </a:lnTo>
                <a:lnTo>
                  <a:pt x="0" y="682547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1246" y="511910"/>
            <a:ext cx="511910" cy="341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18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60330" y="358337"/>
            <a:ext cx="4248857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kern="0" spc="107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SLIDE DESIGN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60330" y="597229"/>
            <a:ext cx="4385366" cy="409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25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หลักการออกแบบสไลด์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1274" y="1228585"/>
            <a:ext cx="3702819" cy="2764316"/>
          </a:xfrm>
          <a:custGeom>
            <a:avLst/>
            <a:gdLst/>
            <a:ahLst/>
            <a:cxnLst/>
            <a:rect l="l" t="t" r="r" b="b"/>
            <a:pathLst>
              <a:path w="3702819" h="2764316">
                <a:moveTo>
                  <a:pt x="0" y="0"/>
                </a:moveTo>
                <a:lnTo>
                  <a:pt x="3702819" y="0"/>
                </a:lnTo>
                <a:lnTo>
                  <a:pt x="3702819" y="2764316"/>
                </a:lnTo>
                <a:lnTo>
                  <a:pt x="0" y="276431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74628" y="1092076"/>
            <a:ext cx="1117671" cy="1023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8062" b="1" dirty="0">
                <a:solidFill>
                  <a:srgbClr val="CC0000">
                    <a:alpha val="2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46937" y="1228585"/>
            <a:ext cx="3702819" cy="2764316"/>
          </a:xfrm>
          <a:custGeom>
            <a:avLst/>
            <a:gdLst/>
            <a:ahLst/>
            <a:cxnLst/>
            <a:rect l="l" t="t" r="r" b="b"/>
            <a:pathLst>
              <a:path w="3702819" h="2764316">
                <a:moveTo>
                  <a:pt x="0" y="0"/>
                </a:moveTo>
                <a:lnTo>
                  <a:pt x="3702819" y="0"/>
                </a:lnTo>
                <a:lnTo>
                  <a:pt x="3702819" y="2764316"/>
                </a:lnTo>
                <a:lnTo>
                  <a:pt x="0" y="2764316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80291" y="1092076"/>
            <a:ext cx="1117671" cy="1023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8062" b="1" dirty="0">
                <a:solidFill>
                  <a:srgbClr val="000000">
                    <a:alpha val="2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52600" y="1228585"/>
            <a:ext cx="3702819" cy="2764316"/>
          </a:xfrm>
          <a:custGeom>
            <a:avLst/>
            <a:gdLst/>
            <a:ahLst/>
            <a:cxnLst/>
            <a:rect l="l" t="t" r="r" b="b"/>
            <a:pathLst>
              <a:path w="3702819" h="2764316">
                <a:moveTo>
                  <a:pt x="0" y="0"/>
                </a:moveTo>
                <a:lnTo>
                  <a:pt x="3702819" y="0"/>
                </a:lnTo>
                <a:lnTo>
                  <a:pt x="3702819" y="2764316"/>
                </a:lnTo>
                <a:lnTo>
                  <a:pt x="0" y="276431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385955" y="1092076"/>
            <a:ext cx="1117671" cy="1023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8062" b="1" dirty="0">
                <a:solidFill>
                  <a:srgbClr val="CC0000">
                    <a:alpha val="2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6038" y="1433349"/>
            <a:ext cx="546038" cy="546038"/>
          </a:xfrm>
          <a:custGeom>
            <a:avLst/>
            <a:gdLst/>
            <a:ahLst/>
            <a:cxnLst/>
            <a:rect l="l" t="t" r="r" b="b"/>
            <a:pathLst>
              <a:path w="546038" h="546038">
                <a:moveTo>
                  <a:pt x="0" y="0"/>
                </a:moveTo>
                <a:lnTo>
                  <a:pt x="546038" y="0"/>
                </a:lnTo>
                <a:lnTo>
                  <a:pt x="546038" y="546038"/>
                </a:lnTo>
                <a:lnTo>
                  <a:pt x="0" y="546038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93212" y="1578390"/>
            <a:ext cx="255955" cy="255955"/>
          </a:xfrm>
          <a:custGeom>
            <a:avLst/>
            <a:gdLst/>
            <a:ahLst/>
            <a:cxnLst/>
            <a:rect l="l" t="t" r="r" b="b"/>
            <a:pathLst>
              <a:path w="255955" h="255955">
                <a:moveTo>
                  <a:pt x="223961" y="127978"/>
                </a:moveTo>
                <a:cubicBezTo>
                  <a:pt x="223961" y="75003"/>
                  <a:pt x="180952" y="31994"/>
                  <a:pt x="127978" y="31994"/>
                </a:cubicBezTo>
                <a:cubicBezTo>
                  <a:pt x="75003" y="31994"/>
                  <a:pt x="31994" y="75003"/>
                  <a:pt x="31994" y="127978"/>
                </a:cubicBezTo>
                <a:cubicBezTo>
                  <a:pt x="31994" y="180952"/>
                  <a:pt x="75003" y="223961"/>
                  <a:pt x="127978" y="223961"/>
                </a:cubicBezTo>
                <a:cubicBezTo>
                  <a:pt x="180952" y="223961"/>
                  <a:pt x="223961" y="180952"/>
                  <a:pt x="223961" y="127978"/>
                </a:cubicBezTo>
                <a:close/>
                <a:moveTo>
                  <a:pt x="0" y="127978"/>
                </a:moveTo>
                <a:cubicBezTo>
                  <a:pt x="0" y="57345"/>
                  <a:pt x="57345" y="0"/>
                  <a:pt x="127978" y="0"/>
                </a:cubicBezTo>
                <a:cubicBezTo>
                  <a:pt x="198610" y="0"/>
                  <a:pt x="255955" y="57345"/>
                  <a:pt x="255955" y="127978"/>
                </a:cubicBezTo>
                <a:cubicBezTo>
                  <a:pt x="255955" y="198610"/>
                  <a:pt x="198610" y="255955"/>
                  <a:pt x="127978" y="255955"/>
                </a:cubicBezTo>
                <a:cubicBezTo>
                  <a:pt x="57345" y="255955"/>
                  <a:pt x="0" y="198610"/>
                  <a:pt x="0" y="127978"/>
                </a:cubicBezTo>
                <a:close/>
                <a:moveTo>
                  <a:pt x="127978" y="167971"/>
                </a:moveTo>
                <a:cubicBezTo>
                  <a:pt x="150050" y="167971"/>
                  <a:pt x="167971" y="150050"/>
                  <a:pt x="167971" y="127978"/>
                </a:cubicBezTo>
                <a:cubicBezTo>
                  <a:pt x="167971" y="105905"/>
                  <a:pt x="150050" y="87985"/>
                  <a:pt x="127978" y="87985"/>
                </a:cubicBezTo>
                <a:cubicBezTo>
                  <a:pt x="105905" y="87985"/>
                  <a:pt x="87985" y="105905"/>
                  <a:pt x="87985" y="127978"/>
                </a:cubicBezTo>
                <a:cubicBezTo>
                  <a:pt x="87985" y="150050"/>
                  <a:pt x="105905" y="167971"/>
                  <a:pt x="127978" y="167971"/>
                </a:cubicBezTo>
                <a:close/>
                <a:moveTo>
                  <a:pt x="127978" y="55990"/>
                </a:moveTo>
                <a:cubicBezTo>
                  <a:pt x="167709" y="55990"/>
                  <a:pt x="199965" y="88247"/>
                  <a:pt x="199965" y="127978"/>
                </a:cubicBezTo>
                <a:cubicBezTo>
                  <a:pt x="199965" y="167709"/>
                  <a:pt x="167709" y="199965"/>
                  <a:pt x="127978" y="199965"/>
                </a:cubicBezTo>
                <a:cubicBezTo>
                  <a:pt x="88247" y="199965"/>
                  <a:pt x="55990" y="167709"/>
                  <a:pt x="55990" y="127978"/>
                </a:cubicBezTo>
                <a:cubicBezTo>
                  <a:pt x="55990" y="88247"/>
                  <a:pt x="88247" y="55990"/>
                  <a:pt x="127978" y="55990"/>
                </a:cubicBezTo>
                <a:close/>
                <a:moveTo>
                  <a:pt x="111980" y="127978"/>
                </a:moveTo>
                <a:cubicBezTo>
                  <a:pt x="111980" y="119149"/>
                  <a:pt x="119149" y="111980"/>
                  <a:pt x="127978" y="111980"/>
                </a:cubicBezTo>
                <a:cubicBezTo>
                  <a:pt x="136807" y="111980"/>
                  <a:pt x="143975" y="119149"/>
                  <a:pt x="143975" y="127978"/>
                </a:cubicBezTo>
                <a:cubicBezTo>
                  <a:pt x="143975" y="136807"/>
                  <a:pt x="136807" y="143975"/>
                  <a:pt x="127978" y="143975"/>
                </a:cubicBezTo>
                <a:cubicBezTo>
                  <a:pt x="119149" y="143975"/>
                  <a:pt x="111980" y="136807"/>
                  <a:pt x="111980" y="127978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6038" y="2150024"/>
            <a:ext cx="3395672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2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One Idea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6038" y="2491193"/>
            <a:ext cx="3378609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หนึ่งไอเดียต่อสไลด์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6038" y="2832467"/>
            <a:ext cx="3361545" cy="443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5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แต่ละสไลด์ควรมีข้อความหลักเพียงหนึ่งข้อ อย่าพยายามใส่ทุกอย่างในสไลด์เดียว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6038" y="3412632"/>
            <a:ext cx="3293290" cy="375401"/>
          </a:xfrm>
          <a:custGeom>
            <a:avLst/>
            <a:gdLst/>
            <a:ahLst/>
            <a:cxnLst/>
            <a:rect l="l" t="t" r="r" b="b"/>
            <a:pathLst>
              <a:path w="3293290" h="375401">
                <a:moveTo>
                  <a:pt x="0" y="0"/>
                </a:moveTo>
                <a:lnTo>
                  <a:pt x="3293290" y="0"/>
                </a:lnTo>
                <a:lnTo>
                  <a:pt x="3293290" y="375401"/>
                </a:lnTo>
                <a:lnTo>
                  <a:pt x="0" y="375401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72949" y="3542314"/>
            <a:ext cx="104515" cy="119446"/>
          </a:xfrm>
          <a:custGeom>
            <a:avLst/>
            <a:gdLst/>
            <a:ahLst/>
            <a:cxnLst/>
            <a:rect l="l" t="t" r="r" b="b"/>
            <a:pathLst>
              <a:path w="104515" h="119446">
                <a:moveTo>
                  <a:pt x="101436" y="16354"/>
                </a:moveTo>
                <a:cubicBezTo>
                  <a:pt x="104772" y="18780"/>
                  <a:pt x="105518" y="23446"/>
                  <a:pt x="103092" y="26782"/>
                </a:cubicBezTo>
                <a:lnTo>
                  <a:pt x="43369" y="108901"/>
                </a:lnTo>
                <a:cubicBezTo>
                  <a:pt x="42086" y="110674"/>
                  <a:pt x="40103" y="111770"/>
                  <a:pt x="37910" y="111957"/>
                </a:cubicBezTo>
                <a:cubicBezTo>
                  <a:pt x="35717" y="112144"/>
                  <a:pt x="33594" y="111327"/>
                  <a:pt x="32054" y="109787"/>
                </a:cubicBezTo>
                <a:lnTo>
                  <a:pt x="2193" y="79926"/>
                </a:lnTo>
                <a:cubicBezTo>
                  <a:pt x="-723" y="77010"/>
                  <a:pt x="-723" y="72274"/>
                  <a:pt x="2193" y="69358"/>
                </a:cubicBezTo>
                <a:cubicBezTo>
                  <a:pt x="5109" y="66442"/>
                  <a:pt x="9845" y="66442"/>
                  <a:pt x="12761" y="69358"/>
                </a:cubicBezTo>
                <a:lnTo>
                  <a:pt x="36440" y="93037"/>
                </a:lnTo>
                <a:lnTo>
                  <a:pt x="91031" y="17987"/>
                </a:lnTo>
                <a:cubicBezTo>
                  <a:pt x="93457" y="14651"/>
                  <a:pt x="98123" y="13904"/>
                  <a:pt x="101459" y="16330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47846" y="3515014"/>
            <a:ext cx="2948823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 สไลด์ = 1 ข้อความหลัก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51701" y="1433349"/>
            <a:ext cx="546038" cy="546038"/>
          </a:xfrm>
          <a:custGeom>
            <a:avLst/>
            <a:gdLst/>
            <a:ahLst/>
            <a:cxnLst/>
            <a:rect l="l" t="t" r="r" b="b"/>
            <a:pathLst>
              <a:path w="546038" h="546038">
                <a:moveTo>
                  <a:pt x="0" y="0"/>
                </a:moveTo>
                <a:lnTo>
                  <a:pt x="546038" y="0"/>
                </a:lnTo>
                <a:lnTo>
                  <a:pt x="546038" y="546038"/>
                </a:lnTo>
                <a:lnTo>
                  <a:pt x="0" y="5460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98876" y="1578390"/>
            <a:ext cx="255955" cy="255955"/>
          </a:xfrm>
          <a:custGeom>
            <a:avLst/>
            <a:gdLst/>
            <a:ahLst/>
            <a:cxnLst/>
            <a:rect l="l" t="t" r="r" b="b"/>
            <a:pathLst>
              <a:path w="255955" h="255955">
                <a:moveTo>
                  <a:pt x="142525" y="25346"/>
                </a:moveTo>
                <a:cubicBezTo>
                  <a:pt x="139926" y="19647"/>
                  <a:pt x="134227" y="15997"/>
                  <a:pt x="127978" y="15997"/>
                </a:cubicBezTo>
                <a:cubicBezTo>
                  <a:pt x="121729" y="15997"/>
                  <a:pt x="116030" y="19647"/>
                  <a:pt x="113430" y="25346"/>
                </a:cubicBezTo>
                <a:lnTo>
                  <a:pt x="29745" y="207964"/>
                </a:lnTo>
                <a:lnTo>
                  <a:pt x="23996" y="207964"/>
                </a:lnTo>
                <a:cubicBezTo>
                  <a:pt x="15147" y="207964"/>
                  <a:pt x="7999" y="215112"/>
                  <a:pt x="7999" y="223961"/>
                </a:cubicBezTo>
                <a:cubicBezTo>
                  <a:pt x="7999" y="232809"/>
                  <a:pt x="15147" y="239958"/>
                  <a:pt x="23996" y="239958"/>
                </a:cubicBezTo>
                <a:lnTo>
                  <a:pt x="67988" y="239958"/>
                </a:lnTo>
                <a:cubicBezTo>
                  <a:pt x="76837" y="239958"/>
                  <a:pt x="83985" y="232809"/>
                  <a:pt x="83985" y="223961"/>
                </a:cubicBezTo>
                <a:cubicBezTo>
                  <a:pt x="83985" y="215112"/>
                  <a:pt x="76837" y="207964"/>
                  <a:pt x="67988" y="207964"/>
                </a:cubicBezTo>
                <a:lnTo>
                  <a:pt x="64939" y="207964"/>
                </a:lnTo>
                <a:lnTo>
                  <a:pt x="75937" y="183968"/>
                </a:lnTo>
                <a:lnTo>
                  <a:pt x="180068" y="183968"/>
                </a:lnTo>
                <a:lnTo>
                  <a:pt x="191067" y="207964"/>
                </a:lnTo>
                <a:lnTo>
                  <a:pt x="188017" y="207964"/>
                </a:lnTo>
                <a:cubicBezTo>
                  <a:pt x="179169" y="207964"/>
                  <a:pt x="172020" y="215112"/>
                  <a:pt x="172020" y="223961"/>
                </a:cubicBezTo>
                <a:cubicBezTo>
                  <a:pt x="172020" y="232809"/>
                  <a:pt x="179169" y="239958"/>
                  <a:pt x="188017" y="239958"/>
                </a:cubicBezTo>
                <a:lnTo>
                  <a:pt x="232009" y="239958"/>
                </a:lnTo>
                <a:cubicBezTo>
                  <a:pt x="240858" y="239958"/>
                  <a:pt x="248007" y="232809"/>
                  <a:pt x="248007" y="223961"/>
                </a:cubicBezTo>
                <a:cubicBezTo>
                  <a:pt x="248007" y="215112"/>
                  <a:pt x="240858" y="207964"/>
                  <a:pt x="232009" y="207964"/>
                </a:cubicBezTo>
                <a:lnTo>
                  <a:pt x="226260" y="207964"/>
                </a:lnTo>
                <a:lnTo>
                  <a:pt x="142575" y="25346"/>
                </a:lnTo>
                <a:close/>
                <a:moveTo>
                  <a:pt x="165371" y="151973"/>
                </a:moveTo>
                <a:lnTo>
                  <a:pt x="90584" y="151973"/>
                </a:lnTo>
                <a:lnTo>
                  <a:pt x="127978" y="70388"/>
                </a:lnTo>
                <a:lnTo>
                  <a:pt x="165371" y="151973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451701" y="2150024"/>
            <a:ext cx="3395672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2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Large Font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51701" y="2491193"/>
            <a:ext cx="3378609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ตัวอักษรขนาดใหญ่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51701" y="2832467"/>
            <a:ext cx="3361545" cy="443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5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ขนาดตัวอักษรต้องอ่านได้ชัดเจนแม้จากระยะไกล หัวข้อไม่ต่ำกว่า 32pt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51701" y="3412632"/>
            <a:ext cx="3293290" cy="375401"/>
          </a:xfrm>
          <a:custGeom>
            <a:avLst/>
            <a:gdLst/>
            <a:ahLst/>
            <a:cxnLst/>
            <a:rect l="l" t="t" r="r" b="b"/>
            <a:pathLst>
              <a:path w="3293290" h="375401">
                <a:moveTo>
                  <a:pt x="0" y="0"/>
                </a:moveTo>
                <a:lnTo>
                  <a:pt x="3293290" y="0"/>
                </a:lnTo>
                <a:lnTo>
                  <a:pt x="3293290" y="375401"/>
                </a:lnTo>
                <a:lnTo>
                  <a:pt x="0" y="37540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8612" y="3542314"/>
            <a:ext cx="104515" cy="119446"/>
          </a:xfrm>
          <a:custGeom>
            <a:avLst/>
            <a:gdLst/>
            <a:ahLst/>
            <a:cxnLst/>
            <a:rect l="l" t="t" r="r" b="b"/>
            <a:pathLst>
              <a:path w="104515" h="119446">
                <a:moveTo>
                  <a:pt x="101436" y="16354"/>
                </a:moveTo>
                <a:cubicBezTo>
                  <a:pt x="104772" y="18780"/>
                  <a:pt x="105518" y="23446"/>
                  <a:pt x="103092" y="26782"/>
                </a:cubicBezTo>
                <a:lnTo>
                  <a:pt x="43369" y="108901"/>
                </a:lnTo>
                <a:cubicBezTo>
                  <a:pt x="42086" y="110674"/>
                  <a:pt x="40103" y="111770"/>
                  <a:pt x="37910" y="111957"/>
                </a:cubicBezTo>
                <a:cubicBezTo>
                  <a:pt x="35717" y="112144"/>
                  <a:pt x="33594" y="111327"/>
                  <a:pt x="32054" y="109787"/>
                </a:cubicBezTo>
                <a:lnTo>
                  <a:pt x="2193" y="79926"/>
                </a:lnTo>
                <a:cubicBezTo>
                  <a:pt x="-723" y="77010"/>
                  <a:pt x="-723" y="72274"/>
                  <a:pt x="2193" y="69358"/>
                </a:cubicBezTo>
                <a:cubicBezTo>
                  <a:pt x="5109" y="66442"/>
                  <a:pt x="9845" y="66442"/>
                  <a:pt x="12761" y="69358"/>
                </a:cubicBezTo>
                <a:lnTo>
                  <a:pt x="36440" y="93037"/>
                </a:lnTo>
                <a:lnTo>
                  <a:pt x="91031" y="17987"/>
                </a:lnTo>
                <a:cubicBezTo>
                  <a:pt x="93457" y="14651"/>
                  <a:pt x="98123" y="13904"/>
                  <a:pt x="101459" y="16330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3510" y="3515014"/>
            <a:ext cx="2948823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หัวข้อ ≥ 32pt, เนื้อหา ≥ 24pt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357364" y="1433349"/>
            <a:ext cx="546038" cy="546038"/>
          </a:xfrm>
          <a:custGeom>
            <a:avLst/>
            <a:gdLst/>
            <a:ahLst/>
            <a:cxnLst/>
            <a:rect l="l" t="t" r="r" b="b"/>
            <a:pathLst>
              <a:path w="546038" h="546038">
                <a:moveTo>
                  <a:pt x="0" y="0"/>
                </a:moveTo>
                <a:lnTo>
                  <a:pt x="546038" y="0"/>
                </a:lnTo>
                <a:lnTo>
                  <a:pt x="546038" y="546038"/>
                </a:lnTo>
                <a:lnTo>
                  <a:pt x="0" y="546038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520536" y="1578390"/>
            <a:ext cx="223961" cy="255955"/>
          </a:xfrm>
          <a:custGeom>
            <a:avLst/>
            <a:gdLst/>
            <a:ahLst/>
            <a:cxnLst/>
            <a:rect l="l" t="t" r="r" b="b"/>
            <a:pathLst>
              <a:path w="223961" h="255955">
                <a:moveTo>
                  <a:pt x="15997" y="15997"/>
                </a:moveTo>
                <a:cubicBezTo>
                  <a:pt x="7149" y="15997"/>
                  <a:pt x="0" y="23146"/>
                  <a:pt x="0" y="31994"/>
                </a:cubicBezTo>
                <a:lnTo>
                  <a:pt x="0" y="79986"/>
                </a:lnTo>
                <a:cubicBezTo>
                  <a:pt x="0" y="88834"/>
                  <a:pt x="7149" y="95983"/>
                  <a:pt x="15997" y="95983"/>
                </a:cubicBezTo>
                <a:cubicBezTo>
                  <a:pt x="24846" y="95983"/>
                  <a:pt x="31994" y="88834"/>
                  <a:pt x="31994" y="79986"/>
                </a:cubicBezTo>
                <a:lnTo>
                  <a:pt x="31994" y="47992"/>
                </a:lnTo>
                <a:lnTo>
                  <a:pt x="63989" y="47992"/>
                </a:lnTo>
                <a:cubicBezTo>
                  <a:pt x="72837" y="47992"/>
                  <a:pt x="79986" y="40843"/>
                  <a:pt x="79986" y="31994"/>
                </a:cubicBezTo>
                <a:cubicBezTo>
                  <a:pt x="79986" y="23146"/>
                  <a:pt x="72837" y="15997"/>
                  <a:pt x="63989" y="15997"/>
                </a:cubicBezTo>
                <a:lnTo>
                  <a:pt x="15997" y="15997"/>
                </a:lnTo>
                <a:close/>
                <a:moveTo>
                  <a:pt x="31994" y="175969"/>
                </a:moveTo>
                <a:cubicBezTo>
                  <a:pt x="31994" y="167121"/>
                  <a:pt x="24846" y="159972"/>
                  <a:pt x="15997" y="159972"/>
                </a:cubicBezTo>
                <a:cubicBezTo>
                  <a:pt x="7149" y="159972"/>
                  <a:pt x="0" y="167121"/>
                  <a:pt x="0" y="175969"/>
                </a:cubicBezTo>
                <a:lnTo>
                  <a:pt x="0" y="223961"/>
                </a:lnTo>
                <a:cubicBezTo>
                  <a:pt x="0" y="232809"/>
                  <a:pt x="7149" y="239958"/>
                  <a:pt x="15997" y="239958"/>
                </a:cubicBezTo>
                <a:lnTo>
                  <a:pt x="63989" y="239958"/>
                </a:lnTo>
                <a:cubicBezTo>
                  <a:pt x="72837" y="239958"/>
                  <a:pt x="79986" y="232809"/>
                  <a:pt x="79986" y="223961"/>
                </a:cubicBezTo>
                <a:cubicBezTo>
                  <a:pt x="79986" y="215112"/>
                  <a:pt x="72837" y="207964"/>
                  <a:pt x="63989" y="207964"/>
                </a:cubicBezTo>
                <a:lnTo>
                  <a:pt x="31994" y="207964"/>
                </a:lnTo>
                <a:lnTo>
                  <a:pt x="31994" y="175969"/>
                </a:lnTo>
                <a:close/>
                <a:moveTo>
                  <a:pt x="159972" y="15997"/>
                </a:moveTo>
                <a:cubicBezTo>
                  <a:pt x="151124" y="15997"/>
                  <a:pt x="143975" y="23146"/>
                  <a:pt x="143975" y="31994"/>
                </a:cubicBezTo>
                <a:cubicBezTo>
                  <a:pt x="143975" y="40843"/>
                  <a:pt x="151124" y="47992"/>
                  <a:pt x="159972" y="47992"/>
                </a:cubicBezTo>
                <a:lnTo>
                  <a:pt x="191966" y="47992"/>
                </a:lnTo>
                <a:lnTo>
                  <a:pt x="191966" y="79986"/>
                </a:lnTo>
                <a:cubicBezTo>
                  <a:pt x="191966" y="88834"/>
                  <a:pt x="199115" y="95983"/>
                  <a:pt x="207964" y="95983"/>
                </a:cubicBezTo>
                <a:cubicBezTo>
                  <a:pt x="216812" y="95983"/>
                  <a:pt x="223961" y="88834"/>
                  <a:pt x="223961" y="79986"/>
                </a:cubicBezTo>
                <a:lnTo>
                  <a:pt x="223961" y="31994"/>
                </a:lnTo>
                <a:cubicBezTo>
                  <a:pt x="223961" y="23146"/>
                  <a:pt x="216812" y="15997"/>
                  <a:pt x="207964" y="15997"/>
                </a:cubicBezTo>
                <a:lnTo>
                  <a:pt x="159972" y="15997"/>
                </a:lnTo>
                <a:close/>
                <a:moveTo>
                  <a:pt x="223961" y="175969"/>
                </a:moveTo>
                <a:cubicBezTo>
                  <a:pt x="223961" y="167121"/>
                  <a:pt x="216812" y="159972"/>
                  <a:pt x="207964" y="159972"/>
                </a:cubicBezTo>
                <a:cubicBezTo>
                  <a:pt x="199115" y="159972"/>
                  <a:pt x="191966" y="167121"/>
                  <a:pt x="191966" y="175969"/>
                </a:cubicBezTo>
                <a:lnTo>
                  <a:pt x="191966" y="207964"/>
                </a:lnTo>
                <a:lnTo>
                  <a:pt x="159972" y="207964"/>
                </a:lnTo>
                <a:cubicBezTo>
                  <a:pt x="151124" y="207964"/>
                  <a:pt x="143975" y="215112"/>
                  <a:pt x="143975" y="223961"/>
                </a:cubicBezTo>
                <a:cubicBezTo>
                  <a:pt x="143975" y="232809"/>
                  <a:pt x="151124" y="239958"/>
                  <a:pt x="159972" y="239958"/>
                </a:cubicBezTo>
                <a:lnTo>
                  <a:pt x="207964" y="239958"/>
                </a:lnTo>
                <a:cubicBezTo>
                  <a:pt x="216812" y="239958"/>
                  <a:pt x="223961" y="232809"/>
                  <a:pt x="223961" y="223961"/>
                </a:cubicBezTo>
                <a:lnTo>
                  <a:pt x="223961" y="175969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357364" y="2150024"/>
            <a:ext cx="3395672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2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Whitespace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57364" y="2491193"/>
            <a:ext cx="3378609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พื้นที่ว่าง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57364" y="2832467"/>
            <a:ext cx="3361545" cy="443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5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พื้นที่ว่างช่วยให้สไลด์ไม่รกสายตา และช่วยเน้นข้อความสำคัญ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57364" y="3412632"/>
            <a:ext cx="3293290" cy="375401"/>
          </a:xfrm>
          <a:custGeom>
            <a:avLst/>
            <a:gdLst/>
            <a:ahLst/>
            <a:cxnLst/>
            <a:rect l="l" t="t" r="r" b="b"/>
            <a:pathLst>
              <a:path w="3293290" h="375401">
                <a:moveTo>
                  <a:pt x="0" y="0"/>
                </a:moveTo>
                <a:lnTo>
                  <a:pt x="3293290" y="0"/>
                </a:lnTo>
                <a:lnTo>
                  <a:pt x="3293290" y="375401"/>
                </a:lnTo>
                <a:lnTo>
                  <a:pt x="0" y="375401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484275" y="3542314"/>
            <a:ext cx="104515" cy="119446"/>
          </a:xfrm>
          <a:custGeom>
            <a:avLst/>
            <a:gdLst/>
            <a:ahLst/>
            <a:cxnLst/>
            <a:rect l="l" t="t" r="r" b="b"/>
            <a:pathLst>
              <a:path w="104515" h="119446">
                <a:moveTo>
                  <a:pt x="101436" y="16354"/>
                </a:moveTo>
                <a:cubicBezTo>
                  <a:pt x="104772" y="18780"/>
                  <a:pt x="105518" y="23446"/>
                  <a:pt x="103092" y="26782"/>
                </a:cubicBezTo>
                <a:lnTo>
                  <a:pt x="43369" y="108901"/>
                </a:lnTo>
                <a:cubicBezTo>
                  <a:pt x="42086" y="110674"/>
                  <a:pt x="40103" y="111770"/>
                  <a:pt x="37910" y="111957"/>
                </a:cubicBezTo>
                <a:cubicBezTo>
                  <a:pt x="35717" y="112144"/>
                  <a:pt x="33594" y="111327"/>
                  <a:pt x="32054" y="109787"/>
                </a:cubicBezTo>
                <a:lnTo>
                  <a:pt x="2193" y="79926"/>
                </a:lnTo>
                <a:cubicBezTo>
                  <a:pt x="-723" y="77010"/>
                  <a:pt x="-723" y="72274"/>
                  <a:pt x="2193" y="69358"/>
                </a:cubicBezTo>
                <a:cubicBezTo>
                  <a:pt x="5109" y="66442"/>
                  <a:pt x="9845" y="66442"/>
                  <a:pt x="12761" y="69358"/>
                </a:cubicBezTo>
                <a:lnTo>
                  <a:pt x="36440" y="93037"/>
                </a:lnTo>
                <a:lnTo>
                  <a:pt x="91031" y="17987"/>
                </a:lnTo>
                <a:cubicBezTo>
                  <a:pt x="93457" y="14651"/>
                  <a:pt x="98123" y="13904"/>
                  <a:pt x="101459" y="16330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659173" y="3515014"/>
            <a:ext cx="2948823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40% ของสไลด์ควรเป็นพื้นที่ว่าง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48099" y="4204387"/>
            <a:ext cx="5619070" cy="1660296"/>
          </a:xfrm>
          <a:custGeom>
            <a:avLst/>
            <a:gdLst/>
            <a:ahLst/>
            <a:cxnLst/>
            <a:rect l="l" t="t" r="r" b="b"/>
            <a:pathLst>
              <a:path w="5619070" h="1660296">
                <a:moveTo>
                  <a:pt x="0" y="0"/>
                </a:moveTo>
                <a:lnTo>
                  <a:pt x="5619070" y="0"/>
                </a:lnTo>
                <a:lnTo>
                  <a:pt x="5619070" y="1660296"/>
                </a:lnTo>
                <a:lnTo>
                  <a:pt x="0" y="1660296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 w="2032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12764" y="4381846"/>
            <a:ext cx="170637" cy="170637"/>
          </a:xfrm>
          <a:custGeom>
            <a:avLst/>
            <a:gdLst/>
            <a:ahLst/>
            <a:cxnLst/>
            <a:rect l="l" t="t" r="r" b="b"/>
            <a:pathLst>
              <a:path w="170637" h="170637">
                <a:moveTo>
                  <a:pt x="85318" y="170637"/>
                </a:moveTo>
                <a:cubicBezTo>
                  <a:pt x="132407" y="170637"/>
                  <a:pt x="170637" y="132407"/>
                  <a:pt x="170637" y="85318"/>
                </a:cubicBezTo>
                <a:cubicBezTo>
                  <a:pt x="170637" y="38230"/>
                  <a:pt x="132407" y="0"/>
                  <a:pt x="85318" y="0"/>
                </a:cubicBezTo>
                <a:cubicBezTo>
                  <a:pt x="38230" y="0"/>
                  <a:pt x="0" y="38230"/>
                  <a:pt x="0" y="85318"/>
                </a:cubicBezTo>
                <a:cubicBezTo>
                  <a:pt x="0" y="132407"/>
                  <a:pt x="38230" y="170637"/>
                  <a:pt x="85318" y="170637"/>
                </a:cubicBezTo>
                <a:close/>
                <a:moveTo>
                  <a:pt x="55657" y="55657"/>
                </a:moveTo>
                <a:cubicBezTo>
                  <a:pt x="58790" y="52524"/>
                  <a:pt x="63855" y="52524"/>
                  <a:pt x="66955" y="55657"/>
                </a:cubicBezTo>
                <a:lnTo>
                  <a:pt x="85285" y="73987"/>
                </a:lnTo>
                <a:lnTo>
                  <a:pt x="103615" y="55657"/>
                </a:lnTo>
                <a:cubicBezTo>
                  <a:pt x="106748" y="52524"/>
                  <a:pt x="111814" y="52524"/>
                  <a:pt x="114913" y="55657"/>
                </a:cubicBezTo>
                <a:cubicBezTo>
                  <a:pt x="118013" y="58790"/>
                  <a:pt x="118046" y="63855"/>
                  <a:pt x="114913" y="66955"/>
                </a:cubicBezTo>
                <a:lnTo>
                  <a:pt x="96583" y="85285"/>
                </a:lnTo>
                <a:lnTo>
                  <a:pt x="114913" y="103615"/>
                </a:lnTo>
                <a:cubicBezTo>
                  <a:pt x="118046" y="106748"/>
                  <a:pt x="118046" y="111814"/>
                  <a:pt x="114913" y="114913"/>
                </a:cubicBezTo>
                <a:cubicBezTo>
                  <a:pt x="111780" y="118013"/>
                  <a:pt x="106715" y="118046"/>
                  <a:pt x="103615" y="114913"/>
                </a:cubicBezTo>
                <a:lnTo>
                  <a:pt x="85285" y="96583"/>
                </a:lnTo>
                <a:lnTo>
                  <a:pt x="66955" y="114913"/>
                </a:lnTo>
                <a:cubicBezTo>
                  <a:pt x="63822" y="118046"/>
                  <a:pt x="58756" y="118046"/>
                  <a:pt x="55657" y="114913"/>
                </a:cubicBezTo>
                <a:cubicBezTo>
                  <a:pt x="52557" y="111780"/>
                  <a:pt x="52524" y="106715"/>
                  <a:pt x="55657" y="103615"/>
                </a:cubicBezTo>
                <a:lnTo>
                  <a:pt x="73987" y="85285"/>
                </a:lnTo>
                <a:lnTo>
                  <a:pt x="55657" y="66955"/>
                </a:lnTo>
                <a:cubicBezTo>
                  <a:pt x="52524" y="63822"/>
                  <a:pt x="52524" y="58756"/>
                  <a:pt x="55657" y="55657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72985" y="4347718"/>
            <a:ext cx="861716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9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สไลด์ที่ไม่ดี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91434" y="4688992"/>
            <a:ext cx="5332400" cy="853184"/>
          </a:xfrm>
          <a:custGeom>
            <a:avLst/>
            <a:gdLst/>
            <a:ahLst/>
            <a:cxnLst/>
            <a:rect l="l" t="t" r="r" b="b"/>
            <a:pathLst>
              <a:path w="5332400" h="853184">
                <a:moveTo>
                  <a:pt x="0" y="0"/>
                </a:moveTo>
                <a:lnTo>
                  <a:pt x="5332400" y="0"/>
                </a:lnTo>
                <a:lnTo>
                  <a:pt x="5332400" y="853184"/>
                </a:lnTo>
                <a:lnTo>
                  <a:pt x="0" y="853184"/>
                </a:lnTo>
                <a:lnTo>
                  <a:pt x="0" y="0"/>
                </a:lnTo>
                <a:close/>
              </a:path>
            </a:pathLst>
          </a:custGeom>
          <a:solidFill>
            <a:srgbClr val="D1D5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93816" y="4791374"/>
            <a:ext cx="5178827" cy="136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6" dirty="0">
                <a:solidFill>
                  <a:srgbClr val="36415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• ข้อความเยอะเกินไป ไม่มีพื้นที่ว่าง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93816" y="4961907"/>
            <a:ext cx="5178827" cy="136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6" dirty="0">
                <a:solidFill>
                  <a:srgbClr val="36415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• ตัวอักษรเล็ก อ่านยาก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93816" y="5132435"/>
            <a:ext cx="5178827" cy="136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6" dirty="0">
                <a:solidFill>
                  <a:srgbClr val="36415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• หลายไอเดียในสไลด์เดียว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93816" y="5302968"/>
            <a:ext cx="5178827" cy="136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6" dirty="0">
                <a:solidFill>
                  <a:srgbClr val="36415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• สีเยอะ ไม่มีจุดโฟกัส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96356" y="4214625"/>
            <a:ext cx="5639547" cy="1638113"/>
          </a:xfrm>
          <a:custGeom>
            <a:avLst/>
            <a:gdLst/>
            <a:ahLst/>
            <a:cxnLst/>
            <a:rect l="l" t="t" r="r" b="b"/>
            <a:pathLst>
              <a:path w="5639547" h="1638113">
                <a:moveTo>
                  <a:pt x="0" y="0"/>
                </a:moveTo>
                <a:lnTo>
                  <a:pt x="5639547" y="0"/>
                </a:lnTo>
                <a:lnTo>
                  <a:pt x="5639547" y="1638113"/>
                </a:lnTo>
                <a:lnTo>
                  <a:pt x="0" y="1638113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 w="50800">
            <a:solidFill>
              <a:srgbClr val="00B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371259" y="4402326"/>
            <a:ext cx="170637" cy="170637"/>
          </a:xfrm>
          <a:custGeom>
            <a:avLst/>
            <a:gdLst/>
            <a:ahLst/>
            <a:cxnLst/>
            <a:rect l="l" t="t" r="r" b="b"/>
            <a:pathLst>
              <a:path w="170637" h="170637">
                <a:moveTo>
                  <a:pt x="85318" y="170637"/>
                </a:moveTo>
                <a:cubicBezTo>
                  <a:pt x="132407" y="170637"/>
                  <a:pt x="170637" y="132407"/>
                  <a:pt x="170637" y="85318"/>
                </a:cubicBezTo>
                <a:cubicBezTo>
                  <a:pt x="170637" y="38230"/>
                  <a:pt x="132407" y="0"/>
                  <a:pt x="85318" y="0"/>
                </a:cubicBezTo>
                <a:cubicBezTo>
                  <a:pt x="38230" y="0"/>
                  <a:pt x="0" y="38230"/>
                  <a:pt x="0" y="85318"/>
                </a:cubicBezTo>
                <a:cubicBezTo>
                  <a:pt x="0" y="132407"/>
                  <a:pt x="38230" y="170637"/>
                  <a:pt x="85318" y="170637"/>
                </a:cubicBezTo>
                <a:close/>
                <a:moveTo>
                  <a:pt x="113447" y="70888"/>
                </a:moveTo>
                <a:lnTo>
                  <a:pt x="86785" y="113547"/>
                </a:lnTo>
                <a:cubicBezTo>
                  <a:pt x="85385" y="115780"/>
                  <a:pt x="82985" y="117179"/>
                  <a:pt x="80353" y="117313"/>
                </a:cubicBezTo>
                <a:cubicBezTo>
                  <a:pt x="77720" y="117446"/>
                  <a:pt x="75187" y="116246"/>
                  <a:pt x="73620" y="114113"/>
                </a:cubicBezTo>
                <a:lnTo>
                  <a:pt x="57623" y="92784"/>
                </a:lnTo>
                <a:cubicBezTo>
                  <a:pt x="54957" y="89251"/>
                  <a:pt x="55690" y="84252"/>
                  <a:pt x="59223" y="81586"/>
                </a:cubicBezTo>
                <a:cubicBezTo>
                  <a:pt x="62756" y="78920"/>
                  <a:pt x="67755" y="79653"/>
                  <a:pt x="70421" y="83185"/>
                </a:cubicBezTo>
                <a:lnTo>
                  <a:pt x="79419" y="95183"/>
                </a:lnTo>
                <a:lnTo>
                  <a:pt x="99883" y="62422"/>
                </a:lnTo>
                <a:cubicBezTo>
                  <a:pt x="102215" y="58690"/>
                  <a:pt x="107148" y="57523"/>
                  <a:pt x="110914" y="59890"/>
                </a:cubicBezTo>
                <a:cubicBezTo>
                  <a:pt x="114680" y="62256"/>
                  <a:pt x="115813" y="67155"/>
                  <a:pt x="113447" y="70921"/>
                </a:cubicBezTo>
                <a:close/>
              </a:path>
            </a:pathLst>
          </a:custGeom>
          <a:solidFill>
            <a:srgbClr val="00B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631480" y="4368198"/>
            <a:ext cx="674015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9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สไลด์ที่ดี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49929" y="4709472"/>
            <a:ext cx="5332400" cy="989693"/>
          </a:xfrm>
          <a:custGeom>
            <a:avLst/>
            <a:gdLst/>
            <a:ahLst/>
            <a:cxnLst/>
            <a:rect l="l" t="t" r="r" b="b"/>
            <a:pathLst>
              <a:path w="5332400" h="989693">
                <a:moveTo>
                  <a:pt x="0" y="0"/>
                </a:moveTo>
                <a:lnTo>
                  <a:pt x="5332400" y="0"/>
                </a:lnTo>
                <a:lnTo>
                  <a:pt x="5332400" y="989693"/>
                </a:lnTo>
                <a:lnTo>
                  <a:pt x="0" y="9896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452311" y="4811854"/>
            <a:ext cx="5195891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ข้อความหลักชัดเจน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452311" y="5084873"/>
            <a:ext cx="5187359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F5F1E6">
                    <a:alpha val="8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• ตัวอักษรใหญ่อ่านง่าย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452311" y="5255510"/>
            <a:ext cx="5187359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F5F1E6">
                    <a:alpha val="8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• มีพื้นที่ว่างเพียงพอ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452311" y="5426146"/>
            <a:ext cx="5187359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F5F1E6">
                    <a:alpha val="8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• หนึ่งไอเดียต่อสไลด์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41274" y="6006312"/>
            <a:ext cx="11509453" cy="511910"/>
          </a:xfrm>
          <a:custGeom>
            <a:avLst/>
            <a:gdLst/>
            <a:ahLst/>
            <a:cxnLst/>
            <a:rect l="l" t="t" r="r" b="b"/>
            <a:pathLst>
              <a:path w="11509453" h="511910">
                <a:moveTo>
                  <a:pt x="0" y="0"/>
                </a:moveTo>
                <a:lnTo>
                  <a:pt x="11509453" y="0"/>
                </a:lnTo>
                <a:lnTo>
                  <a:pt x="11509453" y="511910"/>
                </a:lnTo>
                <a:lnTo>
                  <a:pt x="0" y="51191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03379" y="6159885"/>
            <a:ext cx="204764" cy="204764"/>
          </a:xfrm>
          <a:custGeom>
            <a:avLst/>
            <a:gdLst/>
            <a:ahLst/>
            <a:cxnLst/>
            <a:rect l="l" t="t" r="r" b="b"/>
            <a:pathLst>
              <a:path w="204764" h="204764">
                <a:moveTo>
                  <a:pt x="25596" y="12798"/>
                </a:moveTo>
                <a:cubicBezTo>
                  <a:pt x="11478" y="12798"/>
                  <a:pt x="0" y="24276"/>
                  <a:pt x="0" y="38393"/>
                </a:cubicBezTo>
                <a:lnTo>
                  <a:pt x="0" y="140775"/>
                </a:lnTo>
                <a:cubicBezTo>
                  <a:pt x="0" y="154893"/>
                  <a:pt x="11478" y="166371"/>
                  <a:pt x="25596" y="166371"/>
                </a:cubicBezTo>
                <a:lnTo>
                  <a:pt x="83185" y="166371"/>
                </a:lnTo>
                <a:lnTo>
                  <a:pt x="76787" y="185568"/>
                </a:lnTo>
                <a:lnTo>
                  <a:pt x="47992" y="185568"/>
                </a:lnTo>
                <a:cubicBezTo>
                  <a:pt x="42673" y="185568"/>
                  <a:pt x="38393" y="189847"/>
                  <a:pt x="38393" y="195166"/>
                </a:cubicBezTo>
                <a:cubicBezTo>
                  <a:pt x="38393" y="200485"/>
                  <a:pt x="42673" y="204764"/>
                  <a:pt x="47992" y="204764"/>
                </a:cubicBezTo>
                <a:lnTo>
                  <a:pt x="156773" y="204764"/>
                </a:lnTo>
                <a:cubicBezTo>
                  <a:pt x="162092" y="204764"/>
                  <a:pt x="166371" y="200485"/>
                  <a:pt x="166371" y="195166"/>
                </a:cubicBezTo>
                <a:cubicBezTo>
                  <a:pt x="166371" y="189847"/>
                  <a:pt x="162092" y="185568"/>
                  <a:pt x="156773" y="185568"/>
                </a:cubicBezTo>
                <a:lnTo>
                  <a:pt x="127978" y="185568"/>
                </a:lnTo>
                <a:lnTo>
                  <a:pt x="121579" y="166371"/>
                </a:lnTo>
                <a:lnTo>
                  <a:pt x="179169" y="166371"/>
                </a:lnTo>
                <a:cubicBezTo>
                  <a:pt x="193286" y="166371"/>
                  <a:pt x="204764" y="154893"/>
                  <a:pt x="204764" y="140775"/>
                </a:cubicBezTo>
                <a:lnTo>
                  <a:pt x="204764" y="38393"/>
                </a:lnTo>
                <a:cubicBezTo>
                  <a:pt x="204764" y="24276"/>
                  <a:pt x="193286" y="12798"/>
                  <a:pt x="179169" y="12798"/>
                </a:cubicBezTo>
                <a:lnTo>
                  <a:pt x="25596" y="12798"/>
                </a:lnTo>
                <a:close/>
                <a:moveTo>
                  <a:pt x="38393" y="38393"/>
                </a:moveTo>
                <a:lnTo>
                  <a:pt x="166371" y="38393"/>
                </a:lnTo>
                <a:cubicBezTo>
                  <a:pt x="173450" y="38393"/>
                  <a:pt x="179169" y="44112"/>
                  <a:pt x="179169" y="51191"/>
                </a:cubicBezTo>
                <a:lnTo>
                  <a:pt x="179169" y="115180"/>
                </a:lnTo>
                <a:cubicBezTo>
                  <a:pt x="179169" y="122259"/>
                  <a:pt x="173450" y="127978"/>
                  <a:pt x="166371" y="127978"/>
                </a:cubicBezTo>
                <a:lnTo>
                  <a:pt x="38393" y="127978"/>
                </a:lnTo>
                <a:cubicBezTo>
                  <a:pt x="31315" y="127978"/>
                  <a:pt x="25596" y="122259"/>
                  <a:pt x="25596" y="115180"/>
                </a:cubicBezTo>
                <a:lnTo>
                  <a:pt x="25596" y="51191"/>
                </a:lnTo>
                <a:cubicBezTo>
                  <a:pt x="25596" y="44112"/>
                  <a:pt x="31315" y="38393"/>
                  <a:pt x="38393" y="38393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870248" y="6142821"/>
            <a:ext cx="3276227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9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สไลด์ที่ดีสนับสนุนผู้พูด ไม่ใช่สำเนาของสิ่งที่พูด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1">
            <a:off x="-1064687" y="-272482"/>
            <a:ext cx="3030682" cy="3896591"/>
          </a:xfrm>
          <a:custGeom>
            <a:avLst/>
            <a:gdLst/>
            <a:ahLst/>
            <a:cxnLst/>
            <a:rect l="l" t="t" r="r" b="b"/>
            <a:pathLst>
              <a:path w="3030682" h="3896591">
                <a:moveTo>
                  <a:pt x="0" y="0"/>
                </a:moveTo>
                <a:lnTo>
                  <a:pt x="3030682" y="0"/>
                </a:lnTo>
                <a:lnTo>
                  <a:pt x="3030682" y="3896591"/>
                </a:lnTo>
                <a:lnTo>
                  <a:pt x="0" y="3896591"/>
                </a:lnTo>
                <a:lnTo>
                  <a:pt x="0" y="0"/>
                </a:lnTo>
                <a:close/>
              </a:path>
            </a:pathLst>
          </a:custGeom>
          <a:solidFill>
            <a:srgbClr val="CC00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2122727" y="0"/>
            <a:ext cx="69273" cy="6858000"/>
          </a:xfrm>
          <a:custGeom>
            <a:avLst/>
            <a:gdLst/>
            <a:ahLst/>
            <a:cxnLst/>
            <a:rect l="l" t="t" r="r" b="b"/>
            <a:pathLst>
              <a:path w="69273" h="6858000">
                <a:moveTo>
                  <a:pt x="0" y="0"/>
                </a:moveTo>
                <a:lnTo>
                  <a:pt x="69273" y="0"/>
                </a:lnTo>
                <a:lnTo>
                  <a:pt x="69273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6364" y="346364"/>
            <a:ext cx="2701636" cy="415636"/>
          </a:xfrm>
          <a:custGeom>
            <a:avLst/>
            <a:gdLst/>
            <a:ahLst/>
            <a:cxnLst/>
            <a:rect l="l" t="t" r="r" b="b"/>
            <a:pathLst>
              <a:path w="2701636" h="415636">
                <a:moveTo>
                  <a:pt x="0" y="0"/>
                </a:moveTo>
                <a:lnTo>
                  <a:pt x="2701636" y="0"/>
                </a:lnTo>
                <a:lnTo>
                  <a:pt x="2701636" y="415636"/>
                </a:lnTo>
                <a:lnTo>
                  <a:pt x="0" y="415636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54182" y="450273"/>
            <a:ext cx="2355273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kern="0" spc="109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COMMUNICATION CHANNELS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6364" y="900545"/>
            <a:ext cx="11707091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73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ช่องทางสื่อสาร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6364" y="1385455"/>
            <a:ext cx="11585864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4" dirty="0">
                <a:solidFill>
                  <a:srgbClr val="000000">
                    <a:alpha val="7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เลือก format ให้เหมาะกับกลุ่มเป้าหมาย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6364" y="1835727"/>
            <a:ext cx="3697432" cy="3117273"/>
          </a:xfrm>
          <a:custGeom>
            <a:avLst/>
            <a:gdLst/>
            <a:ahLst/>
            <a:cxnLst/>
            <a:rect l="l" t="t" r="r" b="b"/>
            <a:pathLst>
              <a:path w="3697432" h="3117273">
                <a:moveTo>
                  <a:pt x="0" y="0"/>
                </a:moveTo>
                <a:lnTo>
                  <a:pt x="3697432" y="0"/>
                </a:lnTo>
                <a:lnTo>
                  <a:pt x="3697432" y="3117273"/>
                </a:lnTo>
                <a:lnTo>
                  <a:pt x="0" y="311727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95796" y="4225526"/>
            <a:ext cx="1013114" cy="865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818" b="1" dirty="0">
                <a:solidFill>
                  <a:schemeClr val="bg1">
                    <a:lumMod val="65000"/>
                  </a:scheme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B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48691" y="1835727"/>
            <a:ext cx="3697432" cy="3117273"/>
          </a:xfrm>
          <a:custGeom>
            <a:avLst/>
            <a:gdLst/>
            <a:ahLst/>
            <a:cxnLst/>
            <a:rect l="l" t="t" r="r" b="b"/>
            <a:pathLst>
              <a:path w="3697432" h="3117273">
                <a:moveTo>
                  <a:pt x="0" y="0"/>
                </a:moveTo>
                <a:lnTo>
                  <a:pt x="3697432" y="0"/>
                </a:lnTo>
                <a:lnTo>
                  <a:pt x="3697432" y="3117273"/>
                </a:lnTo>
                <a:lnTo>
                  <a:pt x="0" y="3117273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73012" y="4225526"/>
            <a:ext cx="1039091" cy="865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818" b="1" dirty="0">
                <a:solidFill>
                  <a:schemeClr val="bg1">
                    <a:lumMod val="65000"/>
                  </a:scheme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151019" y="1835727"/>
            <a:ext cx="3697432" cy="3117273"/>
          </a:xfrm>
          <a:custGeom>
            <a:avLst/>
            <a:gdLst/>
            <a:ahLst/>
            <a:cxnLst/>
            <a:rect l="l" t="t" r="r" b="b"/>
            <a:pathLst>
              <a:path w="3697432" h="3117273">
                <a:moveTo>
                  <a:pt x="0" y="0"/>
                </a:moveTo>
                <a:lnTo>
                  <a:pt x="3697432" y="0"/>
                </a:lnTo>
                <a:lnTo>
                  <a:pt x="3697432" y="3117273"/>
                </a:lnTo>
                <a:lnTo>
                  <a:pt x="0" y="311727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473188" y="4225526"/>
            <a:ext cx="943841" cy="865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818" b="1" dirty="0">
                <a:solidFill>
                  <a:schemeClr val="bg1">
                    <a:lumMod val="65000"/>
                  </a:scheme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54182" y="2043545"/>
            <a:ext cx="554182" cy="554182"/>
          </a:xfrm>
          <a:custGeom>
            <a:avLst/>
            <a:gdLst/>
            <a:ahLst/>
            <a:cxnLst/>
            <a:rect l="l" t="t" r="r" b="b"/>
            <a:pathLst>
              <a:path w="554182" h="554182">
                <a:moveTo>
                  <a:pt x="0" y="0"/>
                </a:moveTo>
                <a:lnTo>
                  <a:pt x="554182" y="0"/>
                </a:lnTo>
                <a:lnTo>
                  <a:pt x="554182" y="554182"/>
                </a:lnTo>
                <a:lnTo>
                  <a:pt x="0" y="554182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6023" y="2190750"/>
            <a:ext cx="194830" cy="259773"/>
          </a:xfrm>
          <a:custGeom>
            <a:avLst/>
            <a:gdLst/>
            <a:ahLst/>
            <a:cxnLst/>
            <a:rect l="l" t="t" r="r" b="b"/>
            <a:pathLst>
              <a:path w="194830" h="259773">
                <a:moveTo>
                  <a:pt x="0" y="32472"/>
                </a:moveTo>
                <a:cubicBezTo>
                  <a:pt x="0" y="14561"/>
                  <a:pt x="14561" y="0"/>
                  <a:pt x="32472" y="0"/>
                </a:cubicBezTo>
                <a:lnTo>
                  <a:pt x="108323" y="0"/>
                </a:lnTo>
                <a:cubicBezTo>
                  <a:pt x="116948" y="0"/>
                  <a:pt x="125219" y="3399"/>
                  <a:pt x="131307" y="9488"/>
                </a:cubicBezTo>
                <a:lnTo>
                  <a:pt x="185342" y="63573"/>
                </a:lnTo>
                <a:cubicBezTo>
                  <a:pt x="191430" y="69662"/>
                  <a:pt x="194830" y="77932"/>
                  <a:pt x="194830" y="86557"/>
                </a:cubicBezTo>
                <a:lnTo>
                  <a:pt x="194830" y="227301"/>
                </a:lnTo>
                <a:cubicBezTo>
                  <a:pt x="194830" y="245211"/>
                  <a:pt x="180268" y="259773"/>
                  <a:pt x="162358" y="259773"/>
                </a:cubicBezTo>
                <a:lnTo>
                  <a:pt x="32472" y="259773"/>
                </a:lnTo>
                <a:cubicBezTo>
                  <a:pt x="14561" y="259773"/>
                  <a:pt x="0" y="245211"/>
                  <a:pt x="0" y="227301"/>
                </a:cubicBezTo>
                <a:lnTo>
                  <a:pt x="0" y="32472"/>
                </a:lnTo>
                <a:close/>
                <a:moveTo>
                  <a:pt x="105533" y="29681"/>
                </a:moveTo>
                <a:lnTo>
                  <a:pt x="105533" y="77120"/>
                </a:lnTo>
                <a:cubicBezTo>
                  <a:pt x="105533" y="83868"/>
                  <a:pt x="110962" y="89297"/>
                  <a:pt x="117710" y="89297"/>
                </a:cubicBezTo>
                <a:lnTo>
                  <a:pt x="165148" y="89297"/>
                </a:lnTo>
                <a:lnTo>
                  <a:pt x="105533" y="29681"/>
                </a:lnTo>
                <a:close/>
                <a:moveTo>
                  <a:pt x="60884" y="129886"/>
                </a:moveTo>
                <a:cubicBezTo>
                  <a:pt x="54136" y="129886"/>
                  <a:pt x="48707" y="135315"/>
                  <a:pt x="48707" y="142063"/>
                </a:cubicBezTo>
                <a:cubicBezTo>
                  <a:pt x="48707" y="148811"/>
                  <a:pt x="54136" y="154240"/>
                  <a:pt x="60884" y="154240"/>
                </a:cubicBezTo>
                <a:lnTo>
                  <a:pt x="133945" y="154240"/>
                </a:lnTo>
                <a:cubicBezTo>
                  <a:pt x="140693" y="154240"/>
                  <a:pt x="146122" y="148811"/>
                  <a:pt x="146122" y="142063"/>
                </a:cubicBezTo>
                <a:cubicBezTo>
                  <a:pt x="146122" y="135315"/>
                  <a:pt x="140693" y="129886"/>
                  <a:pt x="133945" y="129886"/>
                </a:cubicBezTo>
                <a:lnTo>
                  <a:pt x="60884" y="129886"/>
                </a:lnTo>
                <a:close/>
                <a:moveTo>
                  <a:pt x="60884" y="178594"/>
                </a:moveTo>
                <a:cubicBezTo>
                  <a:pt x="54136" y="178594"/>
                  <a:pt x="48707" y="184023"/>
                  <a:pt x="48707" y="190771"/>
                </a:cubicBezTo>
                <a:cubicBezTo>
                  <a:pt x="48707" y="197519"/>
                  <a:pt x="54136" y="202947"/>
                  <a:pt x="60884" y="202947"/>
                </a:cubicBezTo>
                <a:lnTo>
                  <a:pt x="133945" y="202947"/>
                </a:lnTo>
                <a:cubicBezTo>
                  <a:pt x="140693" y="202947"/>
                  <a:pt x="146122" y="197519"/>
                  <a:pt x="146122" y="190771"/>
                </a:cubicBezTo>
                <a:cubicBezTo>
                  <a:pt x="146122" y="184023"/>
                  <a:pt x="140693" y="178594"/>
                  <a:pt x="133945" y="178594"/>
                </a:cubicBezTo>
                <a:lnTo>
                  <a:pt x="60884" y="178594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54182" y="2736273"/>
            <a:ext cx="3385705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6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Policy Brief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4182" y="3082526"/>
            <a:ext cx="3359727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7" dirty="0">
                <a:solidFill>
                  <a:srgbClr val="F5F1E6">
                    <a:alpha val="8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เอกสารสรุปนโยบาย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4182" y="3463526"/>
            <a:ext cx="3281795" cy="415636"/>
          </a:xfrm>
          <a:custGeom>
            <a:avLst/>
            <a:gdLst/>
            <a:ahLst/>
            <a:cxnLst/>
            <a:rect l="l" t="t" r="r" b="b"/>
            <a:pathLst>
              <a:path w="3281795" h="415636">
                <a:moveTo>
                  <a:pt x="0" y="0"/>
                </a:moveTo>
                <a:lnTo>
                  <a:pt x="3281795" y="0"/>
                </a:lnTo>
                <a:lnTo>
                  <a:pt x="3281795" y="415636"/>
                </a:lnTo>
                <a:lnTo>
                  <a:pt x="0" y="415636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4068" y="3602072"/>
            <a:ext cx="121227" cy="138545"/>
          </a:xfrm>
          <a:custGeom>
            <a:avLst/>
            <a:gdLst/>
            <a:ahLst/>
            <a:cxnLst/>
            <a:rect l="l" t="t" r="r" b="b"/>
            <a:pathLst>
              <a:path w="121227" h="138545">
                <a:moveTo>
                  <a:pt x="60614" y="67108"/>
                </a:moveTo>
                <a:cubicBezTo>
                  <a:pt x="42692" y="67108"/>
                  <a:pt x="28142" y="52558"/>
                  <a:pt x="28142" y="34636"/>
                </a:cubicBezTo>
                <a:cubicBezTo>
                  <a:pt x="28142" y="16715"/>
                  <a:pt x="42692" y="2165"/>
                  <a:pt x="60614" y="2165"/>
                </a:cubicBezTo>
                <a:cubicBezTo>
                  <a:pt x="78535" y="2165"/>
                  <a:pt x="93085" y="16715"/>
                  <a:pt x="93085" y="34636"/>
                </a:cubicBezTo>
                <a:cubicBezTo>
                  <a:pt x="93085" y="52558"/>
                  <a:pt x="78535" y="67108"/>
                  <a:pt x="60614" y="67108"/>
                </a:cubicBezTo>
                <a:close/>
                <a:moveTo>
                  <a:pt x="52360" y="82261"/>
                </a:moveTo>
                <a:lnTo>
                  <a:pt x="68867" y="82261"/>
                </a:lnTo>
                <a:cubicBezTo>
                  <a:pt x="71492" y="82261"/>
                  <a:pt x="73602" y="84372"/>
                  <a:pt x="73602" y="86997"/>
                </a:cubicBezTo>
                <a:cubicBezTo>
                  <a:pt x="73602" y="88133"/>
                  <a:pt x="73196" y="89216"/>
                  <a:pt x="72466" y="90082"/>
                </a:cubicBezTo>
                <a:lnTo>
                  <a:pt x="65051" y="98741"/>
                </a:lnTo>
                <a:lnTo>
                  <a:pt x="73440" y="129886"/>
                </a:lnTo>
                <a:lnTo>
                  <a:pt x="73602" y="129886"/>
                </a:lnTo>
                <a:lnTo>
                  <a:pt x="82965" y="92409"/>
                </a:lnTo>
                <a:cubicBezTo>
                  <a:pt x="83560" y="90055"/>
                  <a:pt x="85969" y="88620"/>
                  <a:pt x="88242" y="89486"/>
                </a:cubicBezTo>
                <a:cubicBezTo>
                  <a:pt x="104991" y="95872"/>
                  <a:pt x="116898" y="112108"/>
                  <a:pt x="116898" y="131104"/>
                </a:cubicBezTo>
                <a:cubicBezTo>
                  <a:pt x="116898" y="135190"/>
                  <a:pt x="113569" y="138518"/>
                  <a:pt x="109483" y="138518"/>
                </a:cubicBezTo>
                <a:lnTo>
                  <a:pt x="11744" y="138545"/>
                </a:lnTo>
                <a:cubicBezTo>
                  <a:pt x="7658" y="138545"/>
                  <a:pt x="4330" y="135217"/>
                  <a:pt x="4330" y="131131"/>
                </a:cubicBezTo>
                <a:cubicBezTo>
                  <a:pt x="4330" y="112135"/>
                  <a:pt x="16236" y="95899"/>
                  <a:pt x="32986" y="89513"/>
                </a:cubicBezTo>
                <a:cubicBezTo>
                  <a:pt x="35259" y="88647"/>
                  <a:pt x="37667" y="90082"/>
                  <a:pt x="38262" y="92436"/>
                </a:cubicBezTo>
                <a:lnTo>
                  <a:pt x="47625" y="129913"/>
                </a:lnTo>
                <a:lnTo>
                  <a:pt x="47787" y="129913"/>
                </a:lnTo>
                <a:lnTo>
                  <a:pt x="56176" y="98768"/>
                </a:lnTo>
                <a:lnTo>
                  <a:pt x="48762" y="90109"/>
                </a:lnTo>
                <a:cubicBezTo>
                  <a:pt x="48031" y="89243"/>
                  <a:pt x="47625" y="88160"/>
                  <a:pt x="47625" y="87024"/>
                </a:cubicBezTo>
                <a:cubicBezTo>
                  <a:pt x="47625" y="84399"/>
                  <a:pt x="49736" y="82288"/>
                  <a:pt x="52360" y="82288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78504" y="3567436"/>
            <a:ext cx="2922837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สำหรับ: ผู้ตัดสินใจ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0159" y="4017708"/>
            <a:ext cx="121227" cy="138545"/>
          </a:xfrm>
          <a:custGeom>
            <a:avLst/>
            <a:gdLst/>
            <a:ahLst/>
            <a:cxnLst/>
            <a:rect l="l" t="t" r="r" b="b"/>
            <a:pathLst>
              <a:path w="121227" h="138545">
                <a:moveTo>
                  <a:pt x="117655" y="18969"/>
                </a:moveTo>
                <a:cubicBezTo>
                  <a:pt x="121525" y="21783"/>
                  <a:pt x="122391" y="27195"/>
                  <a:pt x="119577" y="31064"/>
                </a:cubicBezTo>
                <a:lnTo>
                  <a:pt x="50304" y="126314"/>
                </a:lnTo>
                <a:cubicBezTo>
                  <a:pt x="48816" y="128371"/>
                  <a:pt x="46516" y="129643"/>
                  <a:pt x="43972" y="129859"/>
                </a:cubicBezTo>
                <a:cubicBezTo>
                  <a:pt x="41428" y="130076"/>
                  <a:pt x="38966" y="129129"/>
                  <a:pt x="37180" y="127343"/>
                </a:cubicBezTo>
                <a:lnTo>
                  <a:pt x="2544" y="92706"/>
                </a:lnTo>
                <a:cubicBezTo>
                  <a:pt x="-839" y="89324"/>
                  <a:pt x="-839" y="83831"/>
                  <a:pt x="2544" y="80448"/>
                </a:cubicBezTo>
                <a:cubicBezTo>
                  <a:pt x="5926" y="77066"/>
                  <a:pt x="11419" y="77066"/>
                  <a:pt x="14802" y="80448"/>
                </a:cubicBezTo>
                <a:lnTo>
                  <a:pt x="42267" y="107914"/>
                </a:lnTo>
                <a:lnTo>
                  <a:pt x="105587" y="20863"/>
                </a:lnTo>
                <a:cubicBezTo>
                  <a:pt x="108401" y="16993"/>
                  <a:pt x="113813" y="16128"/>
                  <a:pt x="117682" y="18942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96636" y="3983072"/>
            <a:ext cx="987136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2-4 หน้า กระชับ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80159" y="4294799"/>
            <a:ext cx="121227" cy="138545"/>
          </a:xfrm>
          <a:custGeom>
            <a:avLst/>
            <a:gdLst/>
            <a:ahLst/>
            <a:cxnLst/>
            <a:rect l="l" t="t" r="r" b="b"/>
            <a:pathLst>
              <a:path w="121227" h="138545">
                <a:moveTo>
                  <a:pt x="117655" y="18969"/>
                </a:moveTo>
                <a:cubicBezTo>
                  <a:pt x="121525" y="21783"/>
                  <a:pt x="122391" y="27195"/>
                  <a:pt x="119577" y="31064"/>
                </a:cubicBezTo>
                <a:lnTo>
                  <a:pt x="50304" y="126314"/>
                </a:lnTo>
                <a:cubicBezTo>
                  <a:pt x="48816" y="128371"/>
                  <a:pt x="46516" y="129643"/>
                  <a:pt x="43972" y="129859"/>
                </a:cubicBezTo>
                <a:cubicBezTo>
                  <a:pt x="41428" y="130076"/>
                  <a:pt x="38966" y="129129"/>
                  <a:pt x="37180" y="127343"/>
                </a:cubicBezTo>
                <a:lnTo>
                  <a:pt x="2544" y="92706"/>
                </a:lnTo>
                <a:cubicBezTo>
                  <a:pt x="-839" y="89324"/>
                  <a:pt x="-839" y="83831"/>
                  <a:pt x="2544" y="80448"/>
                </a:cubicBezTo>
                <a:cubicBezTo>
                  <a:pt x="5926" y="77066"/>
                  <a:pt x="11419" y="77066"/>
                  <a:pt x="14802" y="80448"/>
                </a:cubicBezTo>
                <a:lnTo>
                  <a:pt x="42267" y="107914"/>
                </a:lnTo>
                <a:lnTo>
                  <a:pt x="105587" y="20863"/>
                </a:lnTo>
                <a:cubicBezTo>
                  <a:pt x="108401" y="16993"/>
                  <a:pt x="113813" y="16128"/>
                  <a:pt x="117682" y="18942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96636" y="4260163"/>
            <a:ext cx="978477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เน้นข้อเสนอแนะ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0159" y="4571890"/>
            <a:ext cx="121227" cy="138545"/>
          </a:xfrm>
          <a:custGeom>
            <a:avLst/>
            <a:gdLst/>
            <a:ahLst/>
            <a:cxnLst/>
            <a:rect l="l" t="t" r="r" b="b"/>
            <a:pathLst>
              <a:path w="121227" h="138545">
                <a:moveTo>
                  <a:pt x="117655" y="18969"/>
                </a:moveTo>
                <a:cubicBezTo>
                  <a:pt x="121525" y="21783"/>
                  <a:pt x="122391" y="27195"/>
                  <a:pt x="119577" y="31064"/>
                </a:cubicBezTo>
                <a:lnTo>
                  <a:pt x="50304" y="126314"/>
                </a:lnTo>
                <a:cubicBezTo>
                  <a:pt x="48816" y="128371"/>
                  <a:pt x="46516" y="129643"/>
                  <a:pt x="43972" y="129859"/>
                </a:cubicBezTo>
                <a:cubicBezTo>
                  <a:pt x="41428" y="130076"/>
                  <a:pt x="38966" y="129129"/>
                  <a:pt x="37180" y="127343"/>
                </a:cubicBezTo>
                <a:lnTo>
                  <a:pt x="2544" y="92706"/>
                </a:lnTo>
                <a:cubicBezTo>
                  <a:pt x="-839" y="89324"/>
                  <a:pt x="-839" y="83831"/>
                  <a:pt x="2544" y="80448"/>
                </a:cubicBezTo>
                <a:cubicBezTo>
                  <a:pt x="5926" y="77066"/>
                  <a:pt x="11419" y="77066"/>
                  <a:pt x="14802" y="80448"/>
                </a:cubicBezTo>
                <a:lnTo>
                  <a:pt x="42267" y="107914"/>
                </a:lnTo>
                <a:lnTo>
                  <a:pt x="105587" y="20863"/>
                </a:lnTo>
                <a:cubicBezTo>
                  <a:pt x="108401" y="16993"/>
                  <a:pt x="113813" y="16128"/>
                  <a:pt x="117682" y="18942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96636" y="4537254"/>
            <a:ext cx="1065068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หลักฐานสนับสนุน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56510" y="2043545"/>
            <a:ext cx="554182" cy="554182"/>
          </a:xfrm>
          <a:custGeom>
            <a:avLst/>
            <a:gdLst/>
            <a:ahLst/>
            <a:cxnLst/>
            <a:rect l="l" t="t" r="r" b="b"/>
            <a:pathLst>
              <a:path w="554182" h="554182">
                <a:moveTo>
                  <a:pt x="0" y="0"/>
                </a:moveTo>
                <a:lnTo>
                  <a:pt x="554182" y="0"/>
                </a:lnTo>
                <a:lnTo>
                  <a:pt x="554182" y="554182"/>
                </a:lnTo>
                <a:lnTo>
                  <a:pt x="0" y="55418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05879" y="2190750"/>
            <a:ext cx="259773" cy="259773"/>
          </a:xfrm>
          <a:custGeom>
            <a:avLst/>
            <a:gdLst/>
            <a:ahLst/>
            <a:cxnLst/>
            <a:rect l="l" t="t" r="r" b="b"/>
            <a:pathLst>
              <a:path w="259773" h="259773">
                <a:moveTo>
                  <a:pt x="32472" y="16236"/>
                </a:moveTo>
                <a:cubicBezTo>
                  <a:pt x="14561" y="16236"/>
                  <a:pt x="0" y="30797"/>
                  <a:pt x="0" y="48707"/>
                </a:cubicBezTo>
                <a:lnTo>
                  <a:pt x="0" y="178594"/>
                </a:lnTo>
                <a:cubicBezTo>
                  <a:pt x="0" y="196504"/>
                  <a:pt x="14561" y="211065"/>
                  <a:pt x="32472" y="211065"/>
                </a:cubicBezTo>
                <a:lnTo>
                  <a:pt x="105533" y="211065"/>
                </a:lnTo>
                <a:lnTo>
                  <a:pt x="97415" y="235419"/>
                </a:lnTo>
                <a:lnTo>
                  <a:pt x="60884" y="235419"/>
                </a:lnTo>
                <a:cubicBezTo>
                  <a:pt x="54136" y="235419"/>
                  <a:pt x="48707" y="240848"/>
                  <a:pt x="48707" y="247596"/>
                </a:cubicBezTo>
                <a:cubicBezTo>
                  <a:pt x="48707" y="254344"/>
                  <a:pt x="54136" y="259773"/>
                  <a:pt x="60884" y="259773"/>
                </a:cubicBezTo>
                <a:lnTo>
                  <a:pt x="198888" y="259773"/>
                </a:lnTo>
                <a:cubicBezTo>
                  <a:pt x="205636" y="259773"/>
                  <a:pt x="211065" y="254344"/>
                  <a:pt x="211065" y="247596"/>
                </a:cubicBezTo>
                <a:cubicBezTo>
                  <a:pt x="211065" y="240848"/>
                  <a:pt x="205636" y="235419"/>
                  <a:pt x="198888" y="235419"/>
                </a:cubicBezTo>
                <a:lnTo>
                  <a:pt x="162358" y="235419"/>
                </a:lnTo>
                <a:lnTo>
                  <a:pt x="154240" y="211065"/>
                </a:lnTo>
                <a:lnTo>
                  <a:pt x="227301" y="211065"/>
                </a:lnTo>
                <a:cubicBezTo>
                  <a:pt x="245211" y="211065"/>
                  <a:pt x="259773" y="196504"/>
                  <a:pt x="259773" y="178594"/>
                </a:cubicBezTo>
                <a:lnTo>
                  <a:pt x="259773" y="48707"/>
                </a:lnTo>
                <a:cubicBezTo>
                  <a:pt x="259773" y="30797"/>
                  <a:pt x="245211" y="16236"/>
                  <a:pt x="227301" y="16236"/>
                </a:cubicBezTo>
                <a:lnTo>
                  <a:pt x="32472" y="16236"/>
                </a:lnTo>
                <a:close/>
                <a:moveTo>
                  <a:pt x="48707" y="48707"/>
                </a:moveTo>
                <a:lnTo>
                  <a:pt x="211065" y="48707"/>
                </a:lnTo>
                <a:cubicBezTo>
                  <a:pt x="220046" y="48707"/>
                  <a:pt x="227301" y="55963"/>
                  <a:pt x="227301" y="64943"/>
                </a:cubicBezTo>
                <a:lnTo>
                  <a:pt x="227301" y="146122"/>
                </a:lnTo>
                <a:cubicBezTo>
                  <a:pt x="227301" y="155103"/>
                  <a:pt x="220046" y="162358"/>
                  <a:pt x="211065" y="162358"/>
                </a:cubicBezTo>
                <a:lnTo>
                  <a:pt x="48707" y="162358"/>
                </a:lnTo>
                <a:cubicBezTo>
                  <a:pt x="39727" y="162358"/>
                  <a:pt x="32472" y="155103"/>
                  <a:pt x="32472" y="146122"/>
                </a:cubicBezTo>
                <a:lnTo>
                  <a:pt x="32472" y="64943"/>
                </a:lnTo>
                <a:cubicBezTo>
                  <a:pt x="32472" y="55963"/>
                  <a:pt x="39727" y="48707"/>
                  <a:pt x="48707" y="48707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456510" y="2736273"/>
            <a:ext cx="3385705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6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Presentation Deck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56510" y="3082526"/>
            <a:ext cx="3359727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7" dirty="0">
                <a:solidFill>
                  <a:srgbClr val="F5F1E6">
                    <a:alpha val="8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สไลด์นำเสนอ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56510" y="3463526"/>
            <a:ext cx="3281795" cy="415636"/>
          </a:xfrm>
          <a:custGeom>
            <a:avLst/>
            <a:gdLst/>
            <a:ahLst/>
            <a:cxnLst/>
            <a:rect l="l" t="t" r="r" b="b"/>
            <a:pathLst>
              <a:path w="3281795" h="415636">
                <a:moveTo>
                  <a:pt x="0" y="0"/>
                </a:moveTo>
                <a:lnTo>
                  <a:pt x="3281795" y="0"/>
                </a:lnTo>
                <a:lnTo>
                  <a:pt x="3281795" y="415636"/>
                </a:lnTo>
                <a:lnTo>
                  <a:pt x="0" y="4156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60419" y="3602072"/>
            <a:ext cx="173182" cy="138545"/>
          </a:xfrm>
          <a:custGeom>
            <a:avLst/>
            <a:gdLst/>
            <a:ahLst/>
            <a:cxnLst/>
            <a:rect l="l" t="t" r="r" b="b"/>
            <a:pathLst>
              <a:path w="173182" h="138545">
                <a:moveTo>
                  <a:pt x="86591" y="4330"/>
                </a:moveTo>
                <a:cubicBezTo>
                  <a:pt x="102123" y="4330"/>
                  <a:pt x="114733" y="16940"/>
                  <a:pt x="114733" y="32472"/>
                </a:cubicBezTo>
                <a:cubicBezTo>
                  <a:pt x="114733" y="48004"/>
                  <a:pt x="102123" y="60614"/>
                  <a:pt x="86591" y="60614"/>
                </a:cubicBezTo>
                <a:cubicBezTo>
                  <a:pt x="71059" y="60614"/>
                  <a:pt x="58449" y="48004"/>
                  <a:pt x="58449" y="32472"/>
                </a:cubicBezTo>
                <a:cubicBezTo>
                  <a:pt x="58449" y="16940"/>
                  <a:pt x="71059" y="4330"/>
                  <a:pt x="86591" y="4330"/>
                </a:cubicBezTo>
                <a:close/>
                <a:moveTo>
                  <a:pt x="25977" y="23813"/>
                </a:moveTo>
                <a:cubicBezTo>
                  <a:pt x="36730" y="23813"/>
                  <a:pt x="45460" y="32543"/>
                  <a:pt x="45460" y="43295"/>
                </a:cubicBezTo>
                <a:cubicBezTo>
                  <a:pt x="45460" y="54048"/>
                  <a:pt x="36730" y="62778"/>
                  <a:pt x="25977" y="62778"/>
                </a:cubicBezTo>
                <a:cubicBezTo>
                  <a:pt x="15224" y="62778"/>
                  <a:pt x="6494" y="54048"/>
                  <a:pt x="6494" y="43295"/>
                </a:cubicBezTo>
                <a:cubicBezTo>
                  <a:pt x="6494" y="32543"/>
                  <a:pt x="15224" y="23813"/>
                  <a:pt x="25977" y="23813"/>
                </a:cubicBezTo>
                <a:close/>
                <a:moveTo>
                  <a:pt x="0" y="112568"/>
                </a:moveTo>
                <a:cubicBezTo>
                  <a:pt x="0" y="93437"/>
                  <a:pt x="15505" y="77932"/>
                  <a:pt x="34636" y="77932"/>
                </a:cubicBezTo>
                <a:cubicBezTo>
                  <a:pt x="38100" y="77932"/>
                  <a:pt x="41455" y="78446"/>
                  <a:pt x="44621" y="79393"/>
                </a:cubicBezTo>
                <a:cubicBezTo>
                  <a:pt x="35719" y="89351"/>
                  <a:pt x="30307" y="102502"/>
                  <a:pt x="30307" y="116898"/>
                </a:cubicBezTo>
                <a:lnTo>
                  <a:pt x="30307" y="121227"/>
                </a:lnTo>
                <a:cubicBezTo>
                  <a:pt x="30307" y="124312"/>
                  <a:pt x="30956" y="127235"/>
                  <a:pt x="32120" y="129886"/>
                </a:cubicBezTo>
                <a:lnTo>
                  <a:pt x="8659" y="129886"/>
                </a:lnTo>
                <a:cubicBezTo>
                  <a:pt x="3870" y="129886"/>
                  <a:pt x="0" y="126017"/>
                  <a:pt x="0" y="121227"/>
                </a:cubicBezTo>
                <a:lnTo>
                  <a:pt x="0" y="112568"/>
                </a:lnTo>
                <a:close/>
                <a:moveTo>
                  <a:pt x="141062" y="129886"/>
                </a:moveTo>
                <a:cubicBezTo>
                  <a:pt x="142226" y="127235"/>
                  <a:pt x="142875" y="124312"/>
                  <a:pt x="142875" y="121227"/>
                </a:cubicBezTo>
                <a:lnTo>
                  <a:pt x="142875" y="116898"/>
                </a:lnTo>
                <a:cubicBezTo>
                  <a:pt x="142875" y="102502"/>
                  <a:pt x="137463" y="89351"/>
                  <a:pt x="128560" y="79393"/>
                </a:cubicBezTo>
                <a:cubicBezTo>
                  <a:pt x="131726" y="78446"/>
                  <a:pt x="135082" y="77932"/>
                  <a:pt x="138545" y="77932"/>
                </a:cubicBezTo>
                <a:cubicBezTo>
                  <a:pt x="157677" y="77932"/>
                  <a:pt x="173182" y="93437"/>
                  <a:pt x="173182" y="112568"/>
                </a:cubicBezTo>
                <a:lnTo>
                  <a:pt x="173182" y="121227"/>
                </a:lnTo>
                <a:cubicBezTo>
                  <a:pt x="173182" y="126017"/>
                  <a:pt x="169312" y="129886"/>
                  <a:pt x="164523" y="129886"/>
                </a:cubicBezTo>
                <a:lnTo>
                  <a:pt x="141062" y="129886"/>
                </a:lnTo>
                <a:close/>
                <a:moveTo>
                  <a:pt x="127722" y="43295"/>
                </a:moveTo>
                <a:cubicBezTo>
                  <a:pt x="127722" y="32543"/>
                  <a:pt x="136452" y="23813"/>
                  <a:pt x="147205" y="23813"/>
                </a:cubicBezTo>
                <a:cubicBezTo>
                  <a:pt x="157957" y="23813"/>
                  <a:pt x="166688" y="32543"/>
                  <a:pt x="166688" y="43295"/>
                </a:cubicBezTo>
                <a:cubicBezTo>
                  <a:pt x="166688" y="54048"/>
                  <a:pt x="157957" y="62778"/>
                  <a:pt x="147205" y="62778"/>
                </a:cubicBezTo>
                <a:cubicBezTo>
                  <a:pt x="136452" y="62778"/>
                  <a:pt x="127722" y="54048"/>
                  <a:pt x="127722" y="43295"/>
                </a:cubicBezTo>
                <a:close/>
                <a:moveTo>
                  <a:pt x="43295" y="116898"/>
                </a:moveTo>
                <a:cubicBezTo>
                  <a:pt x="43295" y="92977"/>
                  <a:pt x="62670" y="73602"/>
                  <a:pt x="86591" y="73602"/>
                </a:cubicBezTo>
                <a:cubicBezTo>
                  <a:pt x="110512" y="73602"/>
                  <a:pt x="129886" y="92977"/>
                  <a:pt x="129886" y="116898"/>
                </a:cubicBezTo>
                <a:lnTo>
                  <a:pt x="129886" y="121227"/>
                </a:lnTo>
                <a:cubicBezTo>
                  <a:pt x="129886" y="126017"/>
                  <a:pt x="126017" y="129886"/>
                  <a:pt x="121227" y="129886"/>
                </a:cubicBezTo>
                <a:lnTo>
                  <a:pt x="51955" y="129886"/>
                </a:lnTo>
                <a:cubicBezTo>
                  <a:pt x="47165" y="129886"/>
                  <a:pt x="43295" y="126017"/>
                  <a:pt x="43295" y="121227"/>
                </a:cubicBezTo>
                <a:lnTo>
                  <a:pt x="43295" y="116898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80832" y="3567436"/>
            <a:ext cx="2922837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สำหรับ: การนำเสนอ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82487" y="4017708"/>
            <a:ext cx="121227" cy="138545"/>
          </a:xfrm>
          <a:custGeom>
            <a:avLst/>
            <a:gdLst/>
            <a:ahLst/>
            <a:cxnLst/>
            <a:rect l="l" t="t" r="r" b="b"/>
            <a:pathLst>
              <a:path w="121227" h="138545">
                <a:moveTo>
                  <a:pt x="117655" y="18969"/>
                </a:moveTo>
                <a:cubicBezTo>
                  <a:pt x="121525" y="21783"/>
                  <a:pt x="122391" y="27195"/>
                  <a:pt x="119577" y="31064"/>
                </a:cubicBezTo>
                <a:lnTo>
                  <a:pt x="50304" y="126314"/>
                </a:lnTo>
                <a:cubicBezTo>
                  <a:pt x="48816" y="128371"/>
                  <a:pt x="46516" y="129643"/>
                  <a:pt x="43972" y="129859"/>
                </a:cubicBezTo>
                <a:cubicBezTo>
                  <a:pt x="41428" y="130076"/>
                  <a:pt x="38966" y="129129"/>
                  <a:pt x="37180" y="127343"/>
                </a:cubicBezTo>
                <a:lnTo>
                  <a:pt x="2544" y="92706"/>
                </a:lnTo>
                <a:cubicBezTo>
                  <a:pt x="-839" y="89324"/>
                  <a:pt x="-839" y="83831"/>
                  <a:pt x="2544" y="80448"/>
                </a:cubicBezTo>
                <a:cubicBezTo>
                  <a:pt x="5926" y="77066"/>
                  <a:pt x="11419" y="77066"/>
                  <a:pt x="14802" y="80448"/>
                </a:cubicBezTo>
                <a:lnTo>
                  <a:pt x="42267" y="107914"/>
                </a:lnTo>
                <a:lnTo>
                  <a:pt x="105587" y="20863"/>
                </a:lnTo>
                <a:cubicBezTo>
                  <a:pt x="108401" y="16993"/>
                  <a:pt x="113813" y="16128"/>
                  <a:pt x="117682" y="18942"/>
                </a:cubicBez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98964" y="3983072"/>
            <a:ext cx="822614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10-15 สไลด์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482487" y="4294799"/>
            <a:ext cx="121227" cy="138545"/>
          </a:xfrm>
          <a:custGeom>
            <a:avLst/>
            <a:gdLst/>
            <a:ahLst/>
            <a:cxnLst/>
            <a:rect l="l" t="t" r="r" b="b"/>
            <a:pathLst>
              <a:path w="121227" h="138545">
                <a:moveTo>
                  <a:pt x="117655" y="18969"/>
                </a:moveTo>
                <a:cubicBezTo>
                  <a:pt x="121525" y="21783"/>
                  <a:pt x="122391" y="27195"/>
                  <a:pt x="119577" y="31064"/>
                </a:cubicBezTo>
                <a:lnTo>
                  <a:pt x="50304" y="126314"/>
                </a:lnTo>
                <a:cubicBezTo>
                  <a:pt x="48816" y="128371"/>
                  <a:pt x="46516" y="129643"/>
                  <a:pt x="43972" y="129859"/>
                </a:cubicBezTo>
                <a:cubicBezTo>
                  <a:pt x="41428" y="130076"/>
                  <a:pt x="38966" y="129129"/>
                  <a:pt x="37180" y="127343"/>
                </a:cubicBezTo>
                <a:lnTo>
                  <a:pt x="2544" y="92706"/>
                </a:lnTo>
                <a:cubicBezTo>
                  <a:pt x="-839" y="89324"/>
                  <a:pt x="-839" y="83831"/>
                  <a:pt x="2544" y="80448"/>
                </a:cubicBezTo>
                <a:cubicBezTo>
                  <a:pt x="5926" y="77066"/>
                  <a:pt x="11419" y="77066"/>
                  <a:pt x="14802" y="80448"/>
                </a:cubicBezTo>
                <a:lnTo>
                  <a:pt x="42267" y="107914"/>
                </a:lnTo>
                <a:lnTo>
                  <a:pt x="105587" y="20863"/>
                </a:lnTo>
                <a:cubicBezTo>
                  <a:pt x="108401" y="16993"/>
                  <a:pt x="113813" y="16128"/>
                  <a:pt x="117682" y="18942"/>
                </a:cubicBez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698964" y="4260163"/>
            <a:ext cx="1160318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ภาพประกอบชัดเจน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482487" y="4571890"/>
            <a:ext cx="121227" cy="138545"/>
          </a:xfrm>
          <a:custGeom>
            <a:avLst/>
            <a:gdLst/>
            <a:ahLst/>
            <a:cxnLst/>
            <a:rect l="l" t="t" r="r" b="b"/>
            <a:pathLst>
              <a:path w="121227" h="138545">
                <a:moveTo>
                  <a:pt x="117655" y="18969"/>
                </a:moveTo>
                <a:cubicBezTo>
                  <a:pt x="121525" y="21783"/>
                  <a:pt x="122391" y="27195"/>
                  <a:pt x="119577" y="31064"/>
                </a:cubicBezTo>
                <a:lnTo>
                  <a:pt x="50304" y="126314"/>
                </a:lnTo>
                <a:cubicBezTo>
                  <a:pt x="48816" y="128371"/>
                  <a:pt x="46516" y="129643"/>
                  <a:pt x="43972" y="129859"/>
                </a:cubicBezTo>
                <a:cubicBezTo>
                  <a:pt x="41428" y="130076"/>
                  <a:pt x="38966" y="129129"/>
                  <a:pt x="37180" y="127343"/>
                </a:cubicBezTo>
                <a:lnTo>
                  <a:pt x="2544" y="92706"/>
                </a:lnTo>
                <a:cubicBezTo>
                  <a:pt x="-839" y="89324"/>
                  <a:pt x="-839" y="83831"/>
                  <a:pt x="2544" y="80448"/>
                </a:cubicBezTo>
                <a:cubicBezTo>
                  <a:pt x="5926" y="77066"/>
                  <a:pt x="11419" y="77066"/>
                  <a:pt x="14802" y="80448"/>
                </a:cubicBezTo>
                <a:lnTo>
                  <a:pt x="42267" y="107914"/>
                </a:lnTo>
                <a:lnTo>
                  <a:pt x="105587" y="20863"/>
                </a:lnTo>
                <a:cubicBezTo>
                  <a:pt x="108401" y="16993"/>
                  <a:pt x="113813" y="16128"/>
                  <a:pt x="117682" y="18942"/>
                </a:cubicBez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698964" y="4537254"/>
            <a:ext cx="762000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รองรับ Q&amp;A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58837" y="2043545"/>
            <a:ext cx="554182" cy="554182"/>
          </a:xfrm>
          <a:custGeom>
            <a:avLst/>
            <a:gdLst/>
            <a:ahLst/>
            <a:cxnLst/>
            <a:rect l="l" t="t" r="r" b="b"/>
            <a:pathLst>
              <a:path w="554182" h="554182">
                <a:moveTo>
                  <a:pt x="0" y="0"/>
                </a:moveTo>
                <a:lnTo>
                  <a:pt x="554182" y="0"/>
                </a:lnTo>
                <a:lnTo>
                  <a:pt x="554182" y="554182"/>
                </a:lnTo>
                <a:lnTo>
                  <a:pt x="0" y="554182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540678" y="2190750"/>
            <a:ext cx="194830" cy="259773"/>
          </a:xfrm>
          <a:custGeom>
            <a:avLst/>
            <a:gdLst/>
            <a:ahLst/>
            <a:cxnLst/>
            <a:rect l="l" t="t" r="r" b="b"/>
            <a:pathLst>
              <a:path w="194830" h="259773">
                <a:moveTo>
                  <a:pt x="32472" y="0"/>
                </a:moveTo>
                <a:cubicBezTo>
                  <a:pt x="14561" y="0"/>
                  <a:pt x="0" y="14561"/>
                  <a:pt x="0" y="32472"/>
                </a:cubicBezTo>
                <a:lnTo>
                  <a:pt x="0" y="227301"/>
                </a:lnTo>
                <a:cubicBezTo>
                  <a:pt x="0" y="245211"/>
                  <a:pt x="14561" y="259773"/>
                  <a:pt x="32472" y="259773"/>
                </a:cubicBezTo>
                <a:lnTo>
                  <a:pt x="162358" y="259773"/>
                </a:lnTo>
                <a:cubicBezTo>
                  <a:pt x="180268" y="259773"/>
                  <a:pt x="194830" y="245211"/>
                  <a:pt x="194830" y="227301"/>
                </a:cubicBezTo>
                <a:lnTo>
                  <a:pt x="194830" y="86506"/>
                </a:lnTo>
                <a:cubicBezTo>
                  <a:pt x="194830" y="77881"/>
                  <a:pt x="191430" y="69611"/>
                  <a:pt x="185342" y="63523"/>
                </a:cubicBezTo>
                <a:lnTo>
                  <a:pt x="131256" y="9488"/>
                </a:lnTo>
                <a:cubicBezTo>
                  <a:pt x="125168" y="3399"/>
                  <a:pt x="116948" y="0"/>
                  <a:pt x="108323" y="0"/>
                </a:cubicBezTo>
                <a:lnTo>
                  <a:pt x="32472" y="0"/>
                </a:lnTo>
                <a:close/>
                <a:moveTo>
                  <a:pt x="165148" y="89297"/>
                </a:moveTo>
                <a:lnTo>
                  <a:pt x="117710" y="89297"/>
                </a:lnTo>
                <a:cubicBezTo>
                  <a:pt x="110962" y="89297"/>
                  <a:pt x="105533" y="83868"/>
                  <a:pt x="105533" y="77120"/>
                </a:cubicBezTo>
                <a:lnTo>
                  <a:pt x="105533" y="29681"/>
                </a:lnTo>
                <a:lnTo>
                  <a:pt x="165148" y="89297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358837" y="2736273"/>
            <a:ext cx="3385705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6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One-Pager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358837" y="3082526"/>
            <a:ext cx="3359727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7" dirty="0">
                <a:solidFill>
                  <a:srgbClr val="F5F1E6">
                    <a:alpha val="8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สรุปหนึ่งหน้า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358837" y="3463526"/>
            <a:ext cx="3281795" cy="415636"/>
          </a:xfrm>
          <a:custGeom>
            <a:avLst/>
            <a:gdLst/>
            <a:ahLst/>
            <a:cxnLst/>
            <a:rect l="l" t="t" r="r" b="b"/>
            <a:pathLst>
              <a:path w="3281795" h="415636">
                <a:moveTo>
                  <a:pt x="0" y="0"/>
                </a:moveTo>
                <a:lnTo>
                  <a:pt x="3281795" y="0"/>
                </a:lnTo>
                <a:lnTo>
                  <a:pt x="3281795" y="415636"/>
                </a:lnTo>
                <a:lnTo>
                  <a:pt x="0" y="415636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488723" y="3602072"/>
            <a:ext cx="121227" cy="138545"/>
          </a:xfrm>
          <a:custGeom>
            <a:avLst/>
            <a:gdLst/>
            <a:ahLst/>
            <a:cxnLst/>
            <a:rect l="l" t="t" r="r" b="b"/>
            <a:pathLst>
              <a:path w="121227" h="138545">
                <a:moveTo>
                  <a:pt x="91678" y="-2679"/>
                </a:moveTo>
                <a:cubicBezTo>
                  <a:pt x="94898" y="-352"/>
                  <a:pt x="96089" y="3870"/>
                  <a:pt x="94628" y="7550"/>
                </a:cubicBezTo>
                <a:lnTo>
                  <a:pt x="73413" y="60614"/>
                </a:lnTo>
                <a:lnTo>
                  <a:pt x="112568" y="60614"/>
                </a:lnTo>
                <a:cubicBezTo>
                  <a:pt x="116221" y="60614"/>
                  <a:pt x="119468" y="62887"/>
                  <a:pt x="120713" y="66323"/>
                </a:cubicBezTo>
                <a:cubicBezTo>
                  <a:pt x="121958" y="69760"/>
                  <a:pt x="120903" y="73602"/>
                  <a:pt x="118115" y="75929"/>
                </a:cubicBezTo>
                <a:lnTo>
                  <a:pt x="40184" y="140873"/>
                </a:lnTo>
                <a:cubicBezTo>
                  <a:pt x="37126" y="143416"/>
                  <a:pt x="32769" y="143551"/>
                  <a:pt x="29549" y="141224"/>
                </a:cubicBezTo>
                <a:cubicBezTo>
                  <a:pt x="26329" y="138897"/>
                  <a:pt x="25138" y="134676"/>
                  <a:pt x="26600" y="130996"/>
                </a:cubicBezTo>
                <a:lnTo>
                  <a:pt x="47814" y="77932"/>
                </a:lnTo>
                <a:lnTo>
                  <a:pt x="8659" y="77932"/>
                </a:lnTo>
                <a:cubicBezTo>
                  <a:pt x="5006" y="77932"/>
                  <a:pt x="1759" y="75659"/>
                  <a:pt x="514" y="72222"/>
                </a:cubicBezTo>
                <a:cubicBezTo>
                  <a:pt x="-731" y="68786"/>
                  <a:pt x="325" y="64943"/>
                  <a:pt x="3112" y="62616"/>
                </a:cubicBezTo>
                <a:lnTo>
                  <a:pt x="81044" y="-2327"/>
                </a:lnTo>
                <a:cubicBezTo>
                  <a:pt x="84101" y="-4871"/>
                  <a:pt x="88458" y="-5006"/>
                  <a:pt x="91678" y="-2679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683159" y="3567436"/>
            <a:ext cx="2922837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สำหรับ: สรุปด่วน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384814" y="4017708"/>
            <a:ext cx="121227" cy="138545"/>
          </a:xfrm>
          <a:custGeom>
            <a:avLst/>
            <a:gdLst/>
            <a:ahLst/>
            <a:cxnLst/>
            <a:rect l="l" t="t" r="r" b="b"/>
            <a:pathLst>
              <a:path w="121227" h="138545">
                <a:moveTo>
                  <a:pt x="117655" y="18969"/>
                </a:moveTo>
                <a:cubicBezTo>
                  <a:pt x="121525" y="21783"/>
                  <a:pt x="122391" y="27195"/>
                  <a:pt x="119577" y="31064"/>
                </a:cubicBezTo>
                <a:lnTo>
                  <a:pt x="50304" y="126314"/>
                </a:lnTo>
                <a:cubicBezTo>
                  <a:pt x="48816" y="128371"/>
                  <a:pt x="46516" y="129643"/>
                  <a:pt x="43972" y="129859"/>
                </a:cubicBezTo>
                <a:cubicBezTo>
                  <a:pt x="41428" y="130076"/>
                  <a:pt x="38966" y="129129"/>
                  <a:pt x="37180" y="127343"/>
                </a:cubicBezTo>
                <a:lnTo>
                  <a:pt x="2544" y="92706"/>
                </a:lnTo>
                <a:cubicBezTo>
                  <a:pt x="-839" y="89324"/>
                  <a:pt x="-839" y="83831"/>
                  <a:pt x="2544" y="80448"/>
                </a:cubicBezTo>
                <a:cubicBezTo>
                  <a:pt x="5926" y="77066"/>
                  <a:pt x="11419" y="77066"/>
                  <a:pt x="14802" y="80448"/>
                </a:cubicBezTo>
                <a:lnTo>
                  <a:pt x="42267" y="107914"/>
                </a:lnTo>
                <a:lnTo>
                  <a:pt x="105587" y="20863"/>
                </a:lnTo>
                <a:cubicBezTo>
                  <a:pt x="108401" y="16993"/>
                  <a:pt x="113813" y="16128"/>
                  <a:pt x="117682" y="18942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601292" y="3983072"/>
            <a:ext cx="649432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 หน้า A4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384814" y="4294799"/>
            <a:ext cx="121227" cy="138545"/>
          </a:xfrm>
          <a:custGeom>
            <a:avLst/>
            <a:gdLst/>
            <a:ahLst/>
            <a:cxnLst/>
            <a:rect l="l" t="t" r="r" b="b"/>
            <a:pathLst>
              <a:path w="121227" h="138545">
                <a:moveTo>
                  <a:pt x="117655" y="18969"/>
                </a:moveTo>
                <a:cubicBezTo>
                  <a:pt x="121525" y="21783"/>
                  <a:pt x="122391" y="27195"/>
                  <a:pt x="119577" y="31064"/>
                </a:cubicBezTo>
                <a:lnTo>
                  <a:pt x="50304" y="126314"/>
                </a:lnTo>
                <a:cubicBezTo>
                  <a:pt x="48816" y="128371"/>
                  <a:pt x="46516" y="129643"/>
                  <a:pt x="43972" y="129859"/>
                </a:cubicBezTo>
                <a:cubicBezTo>
                  <a:pt x="41428" y="130076"/>
                  <a:pt x="38966" y="129129"/>
                  <a:pt x="37180" y="127343"/>
                </a:cubicBezTo>
                <a:lnTo>
                  <a:pt x="2544" y="92706"/>
                </a:lnTo>
                <a:cubicBezTo>
                  <a:pt x="-839" y="89324"/>
                  <a:pt x="-839" y="83831"/>
                  <a:pt x="2544" y="80448"/>
                </a:cubicBezTo>
                <a:cubicBezTo>
                  <a:pt x="5926" y="77066"/>
                  <a:pt x="11419" y="77066"/>
                  <a:pt x="14802" y="80448"/>
                </a:cubicBezTo>
                <a:lnTo>
                  <a:pt x="42267" y="107914"/>
                </a:lnTo>
                <a:lnTo>
                  <a:pt x="105587" y="20863"/>
                </a:lnTo>
                <a:cubicBezTo>
                  <a:pt x="108401" y="16993"/>
                  <a:pt x="113813" y="16128"/>
                  <a:pt x="117682" y="18942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601292" y="4260163"/>
            <a:ext cx="839932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จุดขายชัดเจน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384814" y="4571890"/>
            <a:ext cx="121227" cy="138545"/>
          </a:xfrm>
          <a:custGeom>
            <a:avLst/>
            <a:gdLst/>
            <a:ahLst/>
            <a:cxnLst/>
            <a:rect l="l" t="t" r="r" b="b"/>
            <a:pathLst>
              <a:path w="121227" h="138545">
                <a:moveTo>
                  <a:pt x="117655" y="18969"/>
                </a:moveTo>
                <a:cubicBezTo>
                  <a:pt x="121525" y="21783"/>
                  <a:pt x="122391" y="27195"/>
                  <a:pt x="119577" y="31064"/>
                </a:cubicBezTo>
                <a:lnTo>
                  <a:pt x="50304" y="126314"/>
                </a:lnTo>
                <a:cubicBezTo>
                  <a:pt x="48816" y="128371"/>
                  <a:pt x="46516" y="129643"/>
                  <a:pt x="43972" y="129859"/>
                </a:cubicBezTo>
                <a:cubicBezTo>
                  <a:pt x="41428" y="130076"/>
                  <a:pt x="38966" y="129129"/>
                  <a:pt x="37180" y="127343"/>
                </a:cubicBezTo>
                <a:lnTo>
                  <a:pt x="2544" y="92706"/>
                </a:lnTo>
                <a:cubicBezTo>
                  <a:pt x="-839" y="89324"/>
                  <a:pt x="-839" y="83831"/>
                  <a:pt x="2544" y="80448"/>
                </a:cubicBezTo>
                <a:cubicBezTo>
                  <a:pt x="5926" y="77066"/>
                  <a:pt x="11419" y="77066"/>
                  <a:pt x="14802" y="80448"/>
                </a:cubicBezTo>
                <a:lnTo>
                  <a:pt x="42267" y="107914"/>
                </a:lnTo>
                <a:lnTo>
                  <a:pt x="105587" y="20863"/>
                </a:lnTo>
                <a:cubicBezTo>
                  <a:pt x="108401" y="16993"/>
                  <a:pt x="113813" y="16128"/>
                  <a:pt x="117682" y="18942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601292" y="4537254"/>
            <a:ext cx="1004455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อ่านใน 60 วินาที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46364" y="5160708"/>
            <a:ext cx="11499273" cy="1350818"/>
          </a:xfrm>
          <a:custGeom>
            <a:avLst/>
            <a:gdLst/>
            <a:ahLst/>
            <a:cxnLst/>
            <a:rect l="l" t="t" r="r" b="b"/>
            <a:pathLst>
              <a:path w="11499273" h="1350818">
                <a:moveTo>
                  <a:pt x="0" y="0"/>
                </a:moveTo>
                <a:lnTo>
                  <a:pt x="11499273" y="0"/>
                </a:lnTo>
                <a:lnTo>
                  <a:pt x="11499273" y="1350818"/>
                </a:lnTo>
                <a:lnTo>
                  <a:pt x="0" y="1350818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41193" y="5368526"/>
            <a:ext cx="173182" cy="173182"/>
          </a:xfrm>
          <a:custGeom>
            <a:avLst/>
            <a:gdLst/>
            <a:ahLst/>
            <a:cxnLst/>
            <a:rect l="l" t="t" r="r" b="b"/>
            <a:pathLst>
              <a:path w="173182" h="173182">
                <a:moveTo>
                  <a:pt x="86591" y="173182"/>
                </a:moveTo>
                <a:cubicBezTo>
                  <a:pt x="134382" y="173182"/>
                  <a:pt x="173182" y="134382"/>
                  <a:pt x="173182" y="86591"/>
                </a:cubicBezTo>
                <a:cubicBezTo>
                  <a:pt x="173182" y="38800"/>
                  <a:pt x="134382" y="0"/>
                  <a:pt x="86591" y="0"/>
                </a:cubicBezTo>
                <a:cubicBezTo>
                  <a:pt x="38800" y="0"/>
                  <a:pt x="0" y="38800"/>
                  <a:pt x="0" y="86591"/>
                </a:cubicBezTo>
                <a:cubicBezTo>
                  <a:pt x="0" y="134382"/>
                  <a:pt x="38800" y="173182"/>
                  <a:pt x="86591" y="173182"/>
                </a:cubicBezTo>
                <a:close/>
                <a:moveTo>
                  <a:pt x="103740" y="109964"/>
                </a:moveTo>
                <a:lnTo>
                  <a:pt x="54931" y="128736"/>
                </a:lnTo>
                <a:cubicBezTo>
                  <a:pt x="48369" y="131273"/>
                  <a:pt x="41909" y="124813"/>
                  <a:pt x="44445" y="118251"/>
                </a:cubicBezTo>
                <a:lnTo>
                  <a:pt x="63218" y="69442"/>
                </a:lnTo>
                <a:cubicBezTo>
                  <a:pt x="64334" y="66567"/>
                  <a:pt x="66567" y="64334"/>
                  <a:pt x="69442" y="63218"/>
                </a:cubicBezTo>
                <a:lnTo>
                  <a:pt x="118251" y="44445"/>
                </a:lnTo>
                <a:cubicBezTo>
                  <a:pt x="124813" y="41909"/>
                  <a:pt x="131273" y="48369"/>
                  <a:pt x="128736" y="54931"/>
                </a:cubicBezTo>
                <a:lnTo>
                  <a:pt x="109964" y="103740"/>
                </a:lnTo>
                <a:cubicBezTo>
                  <a:pt x="108881" y="106615"/>
                  <a:pt x="106615" y="108847"/>
                  <a:pt x="103740" y="109964"/>
                </a:cubicBezTo>
                <a:close/>
                <a:moveTo>
                  <a:pt x="97415" y="86591"/>
                </a:moveTo>
                <a:cubicBezTo>
                  <a:pt x="97415" y="80617"/>
                  <a:pt x="92565" y="75767"/>
                  <a:pt x="86591" y="75767"/>
                </a:cubicBezTo>
                <a:cubicBezTo>
                  <a:pt x="80617" y="75767"/>
                  <a:pt x="75767" y="80617"/>
                  <a:pt x="75767" y="86591"/>
                </a:cubicBezTo>
                <a:cubicBezTo>
                  <a:pt x="75767" y="92565"/>
                  <a:pt x="80617" y="97415"/>
                  <a:pt x="86591" y="97415"/>
                </a:cubicBezTo>
                <a:cubicBezTo>
                  <a:pt x="92565" y="97415"/>
                  <a:pt x="97415" y="92565"/>
                  <a:pt x="97415" y="86591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36023" y="5333890"/>
            <a:ext cx="11023023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4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แนวทางการเลือก Format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19545" y="5714890"/>
            <a:ext cx="3628159" cy="623455"/>
          </a:xfrm>
          <a:custGeom>
            <a:avLst/>
            <a:gdLst/>
            <a:ahLst/>
            <a:cxnLst/>
            <a:rect l="l" t="t" r="r" b="b"/>
            <a:pathLst>
              <a:path w="3628159" h="623455">
                <a:moveTo>
                  <a:pt x="0" y="0"/>
                </a:moveTo>
                <a:lnTo>
                  <a:pt x="3628159" y="0"/>
                </a:lnTo>
                <a:lnTo>
                  <a:pt x="3628159" y="623455"/>
                </a:lnTo>
                <a:lnTo>
                  <a:pt x="0" y="62345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23455" y="5818799"/>
            <a:ext cx="3489614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เวลาน้อย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23455" y="6061254"/>
            <a:ext cx="3480955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ใช้ One-Pager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283328" y="5714890"/>
            <a:ext cx="3628159" cy="623455"/>
          </a:xfrm>
          <a:custGeom>
            <a:avLst/>
            <a:gdLst/>
            <a:ahLst/>
            <a:cxnLst/>
            <a:rect l="l" t="t" r="r" b="b"/>
            <a:pathLst>
              <a:path w="3628159" h="623455">
                <a:moveTo>
                  <a:pt x="0" y="0"/>
                </a:moveTo>
                <a:lnTo>
                  <a:pt x="3628159" y="0"/>
                </a:lnTo>
                <a:lnTo>
                  <a:pt x="3628159" y="623455"/>
                </a:lnTo>
                <a:lnTo>
                  <a:pt x="0" y="62345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387237" y="5818799"/>
            <a:ext cx="3489614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ต้องการรายละเอียด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387237" y="6061254"/>
            <a:ext cx="3480955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ใช้ Policy Brief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047110" y="5714890"/>
            <a:ext cx="3628159" cy="623455"/>
          </a:xfrm>
          <a:custGeom>
            <a:avLst/>
            <a:gdLst/>
            <a:ahLst/>
            <a:cxnLst/>
            <a:rect l="l" t="t" r="r" b="b"/>
            <a:pathLst>
              <a:path w="3628159" h="623455">
                <a:moveTo>
                  <a:pt x="0" y="0"/>
                </a:moveTo>
                <a:lnTo>
                  <a:pt x="3628159" y="0"/>
                </a:lnTo>
                <a:lnTo>
                  <a:pt x="3628159" y="623455"/>
                </a:lnTo>
                <a:lnTo>
                  <a:pt x="0" y="62345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8151019" y="5818799"/>
            <a:ext cx="3489614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นำเสนอต่อหลายคน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151019" y="6061254"/>
            <a:ext cx="3480955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ใช้ Presentation Deck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1">
            <a:off x="9147739" y="703715"/>
            <a:ext cx="3810000" cy="4762500"/>
          </a:xfrm>
          <a:custGeom>
            <a:avLst/>
            <a:gdLst/>
            <a:ahLst/>
            <a:cxnLst/>
            <a:rect l="l" t="t" r="r" b="b"/>
            <a:pathLst>
              <a:path w="3810000" h="4762500">
                <a:moveTo>
                  <a:pt x="0" y="0"/>
                </a:moveTo>
                <a:lnTo>
                  <a:pt x="3810000" y="0"/>
                </a:lnTo>
                <a:lnTo>
                  <a:pt x="3810000" y="4762500"/>
                </a:lnTo>
                <a:lnTo>
                  <a:pt x="0" y="47625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43700"/>
            <a:ext cx="12192000" cy="114300"/>
          </a:xfrm>
          <a:custGeom>
            <a:avLst/>
            <a:gdLst/>
            <a:ahLst/>
            <a:cxnLst/>
            <a:rect l="l" t="t" r="r" b="b"/>
            <a:pathLst>
              <a:path w="12192000" h="114300">
                <a:moveTo>
                  <a:pt x="0" y="0"/>
                </a:moveTo>
                <a:lnTo>
                  <a:pt x="12192000" y="0"/>
                </a:lnTo>
                <a:lnTo>
                  <a:pt x="121920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81000" y="438150"/>
            <a:ext cx="76200" cy="609600"/>
          </a:xfrm>
          <a:custGeom>
            <a:avLst/>
            <a:gdLst/>
            <a:ahLst/>
            <a:cxnLst/>
            <a:rect l="l" t="t" r="r" b="b"/>
            <a:pathLst>
              <a:path w="76200" h="609600">
                <a:moveTo>
                  <a:pt x="0" y="0"/>
                </a:moveTo>
                <a:lnTo>
                  <a:pt x="76200" y="0"/>
                </a:lnTo>
                <a:lnTo>
                  <a:pt x="762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09600" y="381000"/>
            <a:ext cx="460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600" y="647700"/>
            <a:ext cx="475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สรุปข้อเสนอแนะให้ชัด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1333500"/>
            <a:ext cx="11430000" cy="1371600"/>
          </a:xfrm>
          <a:custGeom>
            <a:avLst/>
            <a:gdLst/>
            <a:ahLst/>
            <a:cxnLst/>
            <a:rect l="l" t="t" r="r" b="b"/>
            <a:pathLst>
              <a:path w="11430000" h="1371600">
                <a:moveTo>
                  <a:pt x="0" y="0"/>
                </a:moveTo>
                <a:lnTo>
                  <a:pt x="11430000" y="0"/>
                </a:lnTo>
                <a:lnTo>
                  <a:pt x="114300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407140" y="1104900"/>
            <a:ext cx="16573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5000" b="1" dirty="0">
                <a:solidFill>
                  <a:srgbClr val="000000">
                    <a:alpha val="1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1638300"/>
            <a:ext cx="10963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ผู้ฟังควรสามารถสรุปสิ่งที่คุณต้องการได้ใน 1 ประโยค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133600"/>
            <a:ext cx="10915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5F1E6">
                    <a:alpha val="9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Your audience should be able to summarize your ask in one sentence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2933700"/>
            <a:ext cx="6429375" cy="1657350"/>
          </a:xfrm>
          <a:custGeom>
            <a:avLst/>
            <a:gdLst/>
            <a:ahLst/>
            <a:cxnLst/>
            <a:rect l="l" t="t" r="r" b="b"/>
            <a:pathLst>
              <a:path w="6429375" h="1657350">
                <a:moveTo>
                  <a:pt x="0" y="0"/>
                </a:moveTo>
                <a:lnTo>
                  <a:pt x="6429375" y="0"/>
                </a:lnTo>
                <a:lnTo>
                  <a:pt x="6429375" y="1657350"/>
                </a:lnTo>
                <a:lnTo>
                  <a:pt x="0" y="16573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00050" y="2933700"/>
            <a:ext cx="38100" cy="1657350"/>
          </a:xfrm>
          <a:custGeom>
            <a:avLst/>
            <a:gdLst/>
            <a:ahLst/>
            <a:cxnLst/>
            <a:rect l="l" t="t" r="r" b="b"/>
            <a:pathLst>
              <a:path w="38100" h="1657350">
                <a:moveTo>
                  <a:pt x="0" y="0"/>
                </a:moveTo>
                <a:lnTo>
                  <a:pt x="38100" y="0"/>
                </a:lnTo>
                <a:lnTo>
                  <a:pt x="38100" y="1657350"/>
                </a:lnTo>
                <a:lnTo>
                  <a:pt x="0" y="165735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9600" y="3124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3902" y="3181350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04900" y="3181350"/>
            <a:ext cx="1514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ข้อเสนอแนะหลัก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600" y="3619500"/>
            <a:ext cx="61055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ระบุอย่างชัดเจนว่าคุณต้องการอะไร ใช้ภาษาที่ตรงไปตรงมา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9600" y="3981450"/>
            <a:ext cx="6029325" cy="419100"/>
          </a:xfrm>
          <a:custGeom>
            <a:avLst/>
            <a:gdLst/>
            <a:ahLst/>
            <a:cxnLst/>
            <a:rect l="l" t="t" r="r" b="b"/>
            <a:pathLst>
              <a:path w="6029325" h="419100">
                <a:moveTo>
                  <a:pt x="0" y="0"/>
                </a:moveTo>
                <a:lnTo>
                  <a:pt x="6029325" y="0"/>
                </a:lnTo>
                <a:lnTo>
                  <a:pt x="602932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3900" y="4095750"/>
            <a:ext cx="586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ตัวอย่าง:</a:t>
            </a:r>
            <a:r>
              <a:rPr lang="en-US" sz="105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 "ขออนุมัติงบประมาณ 50 ล้านบาทสำหรับโครงการ..."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0050" y="4743450"/>
            <a:ext cx="6429375" cy="1657350"/>
          </a:xfrm>
          <a:custGeom>
            <a:avLst/>
            <a:gdLst/>
            <a:ahLst/>
            <a:cxnLst/>
            <a:rect l="l" t="t" r="r" b="b"/>
            <a:pathLst>
              <a:path w="6429375" h="1657350">
                <a:moveTo>
                  <a:pt x="0" y="0"/>
                </a:moveTo>
                <a:lnTo>
                  <a:pt x="6429375" y="0"/>
                </a:lnTo>
                <a:lnTo>
                  <a:pt x="6429375" y="1657350"/>
                </a:lnTo>
                <a:lnTo>
                  <a:pt x="0" y="165735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00050" y="4743450"/>
            <a:ext cx="38100" cy="1657350"/>
          </a:xfrm>
          <a:custGeom>
            <a:avLst/>
            <a:gdLst/>
            <a:ahLst/>
            <a:cxnLst/>
            <a:rect l="l" t="t" r="r" b="b"/>
            <a:pathLst>
              <a:path w="38100" h="1657350">
                <a:moveTo>
                  <a:pt x="0" y="0"/>
                </a:moveTo>
                <a:lnTo>
                  <a:pt x="38100" y="0"/>
                </a:lnTo>
                <a:lnTo>
                  <a:pt x="38100" y="1657350"/>
                </a:lnTo>
                <a:lnTo>
                  <a:pt x="0" y="16573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9600" y="49339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3902" y="4991100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04900" y="4991100"/>
            <a:ext cx="144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เหตุผลสนับสนุน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9600" y="5429250"/>
            <a:ext cx="61055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อธิบายว่าทำไมถึงควรทำตามข้อเสนอแนะนี้ ใช้ข้อมูลและหลักฐาน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09600" y="5791200"/>
            <a:ext cx="6029325" cy="419100"/>
          </a:xfrm>
          <a:custGeom>
            <a:avLst/>
            <a:gdLst/>
            <a:ahLst/>
            <a:cxnLst/>
            <a:rect l="l" t="t" r="r" b="b"/>
            <a:pathLst>
              <a:path w="6029325" h="419100">
                <a:moveTo>
                  <a:pt x="0" y="0"/>
                </a:moveTo>
                <a:lnTo>
                  <a:pt x="6029325" y="0"/>
                </a:lnTo>
                <a:lnTo>
                  <a:pt x="602932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23900" y="5905500"/>
            <a:ext cx="586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ตัวอย่าง:</a:t>
            </a:r>
            <a:r>
              <a:rPr lang="en-US" sz="105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 "เพราะจะช่วยลดต้นทุน 30% ในระยะยาว..."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075170" y="2952750"/>
            <a:ext cx="4714875" cy="3429000"/>
          </a:xfrm>
          <a:custGeom>
            <a:avLst/>
            <a:gdLst/>
            <a:ahLst/>
            <a:cxnLst/>
            <a:rect l="l" t="t" r="r" b="b"/>
            <a:pathLst>
              <a:path w="4714875" h="3429000">
                <a:moveTo>
                  <a:pt x="0" y="0"/>
                </a:moveTo>
                <a:lnTo>
                  <a:pt x="4714875" y="0"/>
                </a:lnTo>
                <a:lnTo>
                  <a:pt x="4714875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 w="508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332345" y="32004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15863" y="11906"/>
                </a:moveTo>
                <a:lnTo>
                  <a:pt x="119063" y="11906"/>
                </a:lnTo>
                <a:cubicBezTo>
                  <a:pt x="132197" y="11906"/>
                  <a:pt x="142875" y="22585"/>
                  <a:pt x="142875" y="35719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27012" y="11906"/>
                </a:lnTo>
                <a:cubicBezTo>
                  <a:pt x="31105" y="4800"/>
                  <a:pt x="38807" y="0"/>
                  <a:pt x="47625" y="0"/>
                </a:cubicBezTo>
                <a:lnTo>
                  <a:pt x="95250" y="0"/>
                </a:lnTo>
                <a:cubicBezTo>
                  <a:pt x="104068" y="0"/>
                  <a:pt x="111770" y="4800"/>
                  <a:pt x="115863" y="11906"/>
                </a:cubicBezTo>
                <a:close/>
                <a:moveTo>
                  <a:pt x="92273" y="41672"/>
                </a:moveTo>
                <a:cubicBezTo>
                  <a:pt x="97222" y="41672"/>
                  <a:pt x="101203" y="37691"/>
                  <a:pt x="101203" y="32742"/>
                </a:cubicBezTo>
                <a:cubicBezTo>
                  <a:pt x="101203" y="27794"/>
                  <a:pt x="97222" y="23812"/>
                  <a:pt x="92273" y="23812"/>
                </a:cubicBezTo>
                <a:lnTo>
                  <a:pt x="50602" y="23812"/>
                </a:lnTo>
                <a:cubicBezTo>
                  <a:pt x="45653" y="23812"/>
                  <a:pt x="41672" y="27794"/>
                  <a:pt x="41672" y="32742"/>
                </a:cubicBezTo>
                <a:cubicBezTo>
                  <a:pt x="41672" y="37691"/>
                  <a:pt x="45653" y="41672"/>
                  <a:pt x="50602" y="41672"/>
                </a:cubicBezTo>
                <a:lnTo>
                  <a:pt x="92273" y="41672"/>
                </a:lnTo>
                <a:close/>
                <a:moveTo>
                  <a:pt x="102840" y="96999"/>
                </a:moveTo>
                <a:cubicBezTo>
                  <a:pt x="105445" y="92832"/>
                  <a:pt x="104180" y="87325"/>
                  <a:pt x="100012" y="84683"/>
                </a:cubicBezTo>
                <a:cubicBezTo>
                  <a:pt x="95845" y="82042"/>
                  <a:pt x="90339" y="83344"/>
                  <a:pt x="87697" y="87511"/>
                </a:cubicBezTo>
                <a:lnTo>
                  <a:pt x="64852" y="124085"/>
                </a:lnTo>
                <a:lnTo>
                  <a:pt x="54806" y="110691"/>
                </a:lnTo>
                <a:cubicBezTo>
                  <a:pt x="51829" y="106747"/>
                  <a:pt x="46248" y="105928"/>
                  <a:pt x="42304" y="108905"/>
                </a:cubicBezTo>
                <a:cubicBezTo>
                  <a:pt x="38360" y="111882"/>
                  <a:pt x="37542" y="117463"/>
                  <a:pt x="40518" y="121407"/>
                </a:cubicBezTo>
                <a:lnTo>
                  <a:pt x="58378" y="145219"/>
                </a:lnTo>
                <a:cubicBezTo>
                  <a:pt x="60127" y="147563"/>
                  <a:pt x="62954" y="148903"/>
                  <a:pt x="65894" y="148791"/>
                </a:cubicBezTo>
                <a:cubicBezTo>
                  <a:pt x="68833" y="148679"/>
                  <a:pt x="71512" y="147117"/>
                  <a:pt x="73075" y="144587"/>
                </a:cubicBezTo>
                <a:lnTo>
                  <a:pt x="102840" y="96962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522845" y="3162300"/>
            <a:ext cx="4152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Checklist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308532" y="3619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637145" y="3581400"/>
            <a:ext cx="733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ชัดเจน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37145" y="3810000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0000">
                    <a:alpha val="7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ไม่คลุมเครือ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308532" y="41529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637145" y="4114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ปฏิบัติได้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37145" y="4343400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0000">
                    <a:alpha val="7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ไม่ใช่แค่แนวคิด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308532" y="46863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637145" y="4648200"/>
            <a:ext cx="923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มีระยะเวลา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637145" y="487680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0000">
                    <a:alpha val="7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เมื่อไหร่ต้องการ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308532" y="5219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637145" y="5181600"/>
            <a:ext cx="1000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มีผู้รับผิดชอบ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637145" y="5410200"/>
            <a:ext cx="99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0000">
                    <a:alpha val="7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ใครจะทำ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1">
            <a:off x="-1121647" y="-304930"/>
            <a:ext cx="3333750" cy="3810000"/>
          </a:xfrm>
          <a:custGeom>
            <a:avLst/>
            <a:gdLst/>
            <a:ahLst/>
            <a:cxnLst/>
            <a:rect l="l" t="t" r="r" b="b"/>
            <a:pathLst>
              <a:path w="3333750" h="3810000">
                <a:moveTo>
                  <a:pt x="0" y="0"/>
                </a:moveTo>
                <a:lnTo>
                  <a:pt x="3333750" y="0"/>
                </a:lnTo>
                <a:lnTo>
                  <a:pt x="3333750" y="3810000"/>
                </a:lnTo>
                <a:lnTo>
                  <a:pt x="0" y="38100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2077700" y="0"/>
            <a:ext cx="114300" cy="6858000"/>
          </a:xfrm>
          <a:custGeom>
            <a:avLst/>
            <a:gdLst/>
            <a:ahLst/>
            <a:cxnLst/>
            <a:rect l="l" t="t" r="r" b="b"/>
            <a:pathLst>
              <a:path w="114300" h="6858000">
                <a:moveTo>
                  <a:pt x="0" y="0"/>
                </a:moveTo>
                <a:lnTo>
                  <a:pt x="114300" y="0"/>
                </a:lnTo>
                <a:lnTo>
                  <a:pt x="1143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81000" y="381000"/>
            <a:ext cx="2990850" cy="457200"/>
          </a:xfrm>
          <a:custGeom>
            <a:avLst/>
            <a:gdLst/>
            <a:ahLst/>
            <a:cxnLst/>
            <a:rect l="l" t="t" r="r" b="b"/>
            <a:pathLst>
              <a:path w="2990850" h="457200">
                <a:moveTo>
                  <a:pt x="0" y="0"/>
                </a:moveTo>
                <a:lnTo>
                  <a:pt x="2990850" y="0"/>
                </a:lnTo>
                <a:lnTo>
                  <a:pt x="29908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09600" y="495300"/>
            <a:ext cx="260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STAKEHOLDER MANAGEMENT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9906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Stakeholder Framing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15240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000000">
                    <a:alpha val="7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ตอบโจทย์ผู้มีส่วนได้ส่วนเสีย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1000" y="2019300"/>
            <a:ext cx="6162675" cy="4000500"/>
          </a:xfrm>
          <a:custGeom>
            <a:avLst/>
            <a:gdLst/>
            <a:ahLst/>
            <a:cxnLst/>
            <a:rect l="l" t="t" r="r" b="b"/>
            <a:pathLst>
              <a:path w="6162675" h="4000500">
                <a:moveTo>
                  <a:pt x="0" y="0"/>
                </a:moveTo>
                <a:lnTo>
                  <a:pt x="6162675" y="0"/>
                </a:lnTo>
                <a:lnTo>
                  <a:pt x="6162675" y="4000500"/>
                </a:lnTo>
                <a:lnTo>
                  <a:pt x="0" y="4000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1975" y="2247900"/>
            <a:ext cx="5800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Stakeholder Matrix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" y="2667000"/>
            <a:ext cx="2771775" cy="1285875"/>
          </a:xfrm>
          <a:custGeom>
            <a:avLst/>
            <a:gdLst/>
            <a:ahLst/>
            <a:cxnLst/>
            <a:rect l="l" t="t" r="r" b="b"/>
            <a:pathLst>
              <a:path w="2771775" h="1285875">
                <a:moveTo>
                  <a:pt x="0" y="0"/>
                </a:moveTo>
                <a:lnTo>
                  <a:pt x="2771775" y="0"/>
                </a:lnTo>
                <a:lnTo>
                  <a:pt x="27717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2000" y="2819400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Keep Satisfied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051810" y="28765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3166" y="25956"/>
                </a:moveTo>
                <a:cubicBezTo>
                  <a:pt x="95905" y="23783"/>
                  <a:pt x="97631" y="20419"/>
                  <a:pt x="97631" y="16669"/>
                </a:cubicBezTo>
                <a:cubicBezTo>
                  <a:pt x="97631" y="10091"/>
                  <a:pt x="92303" y="4763"/>
                  <a:pt x="85725" y="4763"/>
                </a:cubicBezTo>
                <a:cubicBezTo>
                  <a:pt x="79147" y="4763"/>
                  <a:pt x="73819" y="10091"/>
                  <a:pt x="73819" y="16669"/>
                </a:cubicBezTo>
                <a:cubicBezTo>
                  <a:pt x="73819" y="20419"/>
                  <a:pt x="75575" y="23783"/>
                  <a:pt x="78284" y="25956"/>
                </a:cubicBezTo>
                <a:lnTo>
                  <a:pt x="57924" y="57983"/>
                </a:lnTo>
                <a:cubicBezTo>
                  <a:pt x="54947" y="62657"/>
                  <a:pt x="48607" y="63818"/>
                  <a:pt x="44172" y="60484"/>
                </a:cubicBezTo>
                <a:lnTo>
                  <a:pt x="26462" y="47238"/>
                </a:lnTo>
                <a:cubicBezTo>
                  <a:pt x="27801" y="45333"/>
                  <a:pt x="28575" y="42982"/>
                  <a:pt x="28575" y="40481"/>
                </a:cubicBezTo>
                <a:cubicBezTo>
                  <a:pt x="28575" y="33903"/>
                  <a:pt x="23247" y="28575"/>
                  <a:pt x="16669" y="28575"/>
                </a:cubicBezTo>
                <a:cubicBezTo>
                  <a:pt x="10091" y="28575"/>
                  <a:pt x="4763" y="33903"/>
                  <a:pt x="4763" y="40481"/>
                </a:cubicBezTo>
                <a:cubicBezTo>
                  <a:pt x="4763" y="46970"/>
                  <a:pt x="9971" y="52268"/>
                  <a:pt x="16431" y="52388"/>
                </a:cubicBezTo>
                <a:lnTo>
                  <a:pt x="26134" y="117128"/>
                </a:lnTo>
                <a:cubicBezTo>
                  <a:pt x="27533" y="126444"/>
                  <a:pt x="35540" y="133350"/>
                  <a:pt x="44976" y="133350"/>
                </a:cubicBezTo>
                <a:lnTo>
                  <a:pt x="126474" y="133350"/>
                </a:lnTo>
                <a:cubicBezTo>
                  <a:pt x="135910" y="133350"/>
                  <a:pt x="143917" y="126444"/>
                  <a:pt x="145316" y="117128"/>
                </a:cubicBezTo>
                <a:lnTo>
                  <a:pt x="155019" y="52388"/>
                </a:lnTo>
                <a:cubicBezTo>
                  <a:pt x="161479" y="52268"/>
                  <a:pt x="166688" y="46970"/>
                  <a:pt x="166688" y="40481"/>
                </a:cubicBezTo>
                <a:cubicBezTo>
                  <a:pt x="166688" y="33903"/>
                  <a:pt x="161359" y="28575"/>
                  <a:pt x="154781" y="28575"/>
                </a:cubicBezTo>
                <a:cubicBezTo>
                  <a:pt x="148203" y="28575"/>
                  <a:pt x="142875" y="33903"/>
                  <a:pt x="142875" y="40481"/>
                </a:cubicBezTo>
                <a:cubicBezTo>
                  <a:pt x="142875" y="42982"/>
                  <a:pt x="143649" y="45333"/>
                  <a:pt x="144988" y="47238"/>
                </a:cubicBezTo>
                <a:lnTo>
                  <a:pt x="127308" y="60514"/>
                </a:lnTo>
                <a:cubicBezTo>
                  <a:pt x="122873" y="63847"/>
                  <a:pt x="116532" y="62686"/>
                  <a:pt x="113556" y="58013"/>
                </a:cubicBezTo>
                <a:lnTo>
                  <a:pt x="93166" y="25956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2000" y="3162300"/>
            <a:ext cx="2533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6">
                    <a:alpha val="8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อำนาจสูง ความสนใจสูง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3429000"/>
            <a:ext cx="2524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• รัฐมนตรี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3619379"/>
            <a:ext cx="2524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• ผู้บริหาร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545205" y="2674620"/>
            <a:ext cx="2758440" cy="1272540"/>
          </a:xfrm>
          <a:custGeom>
            <a:avLst/>
            <a:gdLst/>
            <a:ahLst/>
            <a:cxnLst/>
            <a:rect l="l" t="t" r="r" b="b"/>
            <a:pathLst>
              <a:path w="2758440" h="1272540">
                <a:moveTo>
                  <a:pt x="0" y="0"/>
                </a:moveTo>
                <a:lnTo>
                  <a:pt x="2758440" y="0"/>
                </a:lnTo>
                <a:lnTo>
                  <a:pt x="2758440" y="1272540"/>
                </a:lnTo>
                <a:lnTo>
                  <a:pt x="0" y="1272540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 w="2032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05225" y="2834646"/>
            <a:ext cx="742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Monitor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64555" y="2891796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9525"/>
                </a:moveTo>
                <a:cubicBezTo>
                  <a:pt x="61674" y="9525"/>
                  <a:pt x="42416" y="20479"/>
                  <a:pt x="28396" y="33516"/>
                </a:cubicBezTo>
                <a:cubicBezTo>
                  <a:pt x="14466" y="46464"/>
                  <a:pt x="5149" y="61912"/>
                  <a:pt x="714" y="72539"/>
                </a:cubicBezTo>
                <a:cubicBezTo>
                  <a:pt x="-268" y="74890"/>
                  <a:pt x="-268" y="77510"/>
                  <a:pt x="714" y="79861"/>
                </a:cubicBezTo>
                <a:cubicBezTo>
                  <a:pt x="5149" y="90488"/>
                  <a:pt x="14466" y="105966"/>
                  <a:pt x="28396" y="118884"/>
                </a:cubicBezTo>
                <a:cubicBezTo>
                  <a:pt x="42416" y="131891"/>
                  <a:pt x="61674" y="142875"/>
                  <a:pt x="85725" y="142875"/>
                </a:cubicBezTo>
                <a:cubicBezTo>
                  <a:pt x="109776" y="142875"/>
                  <a:pt x="129034" y="131921"/>
                  <a:pt x="143054" y="118884"/>
                </a:cubicBezTo>
                <a:cubicBezTo>
                  <a:pt x="156984" y="105936"/>
                  <a:pt x="166301" y="90488"/>
                  <a:pt x="170736" y="79861"/>
                </a:cubicBezTo>
                <a:cubicBezTo>
                  <a:pt x="171718" y="77510"/>
                  <a:pt x="171718" y="74890"/>
                  <a:pt x="170736" y="72539"/>
                </a:cubicBezTo>
                <a:cubicBezTo>
                  <a:pt x="166301" y="61912"/>
                  <a:pt x="156984" y="46434"/>
                  <a:pt x="143054" y="33516"/>
                </a:cubicBezTo>
                <a:cubicBezTo>
                  <a:pt x="129034" y="20509"/>
                  <a:pt x="109776" y="9525"/>
                  <a:pt x="85725" y="9525"/>
                </a:cubicBezTo>
                <a:close/>
                <a:moveTo>
                  <a:pt x="42863" y="76200"/>
                </a:moveTo>
                <a:cubicBezTo>
                  <a:pt x="42863" y="52544"/>
                  <a:pt x="62069" y="33338"/>
                  <a:pt x="85725" y="33338"/>
                </a:cubicBezTo>
                <a:cubicBezTo>
                  <a:pt x="109381" y="33338"/>
                  <a:pt x="128588" y="52544"/>
                  <a:pt x="128588" y="76200"/>
                </a:cubicBezTo>
                <a:cubicBezTo>
                  <a:pt x="128588" y="99856"/>
                  <a:pt x="109381" y="119062"/>
                  <a:pt x="85725" y="119062"/>
                </a:cubicBezTo>
                <a:cubicBezTo>
                  <a:pt x="62069" y="119062"/>
                  <a:pt x="42863" y="99856"/>
                  <a:pt x="42863" y="76200"/>
                </a:cubicBezTo>
                <a:close/>
                <a:moveTo>
                  <a:pt x="85725" y="57150"/>
                </a:moveTo>
                <a:cubicBezTo>
                  <a:pt x="85725" y="67657"/>
                  <a:pt x="77182" y="76200"/>
                  <a:pt x="66675" y="76200"/>
                </a:cubicBezTo>
                <a:cubicBezTo>
                  <a:pt x="63252" y="76200"/>
                  <a:pt x="60037" y="75307"/>
                  <a:pt x="57239" y="73700"/>
                </a:cubicBezTo>
                <a:cubicBezTo>
                  <a:pt x="56942" y="76944"/>
                  <a:pt x="57210" y="80278"/>
                  <a:pt x="58103" y="83582"/>
                </a:cubicBezTo>
                <a:cubicBezTo>
                  <a:pt x="62180" y="98822"/>
                  <a:pt x="77867" y="107871"/>
                  <a:pt x="93107" y="103793"/>
                </a:cubicBezTo>
                <a:cubicBezTo>
                  <a:pt x="108347" y="99715"/>
                  <a:pt x="117396" y="84028"/>
                  <a:pt x="113318" y="68788"/>
                </a:cubicBezTo>
                <a:cubicBezTo>
                  <a:pt x="109686" y="55185"/>
                  <a:pt x="96798" y="46524"/>
                  <a:pt x="83225" y="47714"/>
                </a:cubicBezTo>
                <a:cubicBezTo>
                  <a:pt x="84802" y="50483"/>
                  <a:pt x="85725" y="53697"/>
                  <a:pt x="85725" y="57150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705225" y="3177546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0000">
                    <a:alpha val="7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อำนาจสูง ความสนใจต่ำ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705225" y="3444246"/>
            <a:ext cx="2495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• หน่วยงานกำกับ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705225" y="3634625"/>
            <a:ext cx="2495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• สื่อมวลชน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7220" y="4114560"/>
            <a:ext cx="2758440" cy="1272540"/>
          </a:xfrm>
          <a:custGeom>
            <a:avLst/>
            <a:gdLst/>
            <a:ahLst/>
            <a:cxnLst/>
            <a:rect l="l" t="t" r="r" b="b"/>
            <a:pathLst>
              <a:path w="2758440" h="1272540">
                <a:moveTo>
                  <a:pt x="0" y="0"/>
                </a:moveTo>
                <a:lnTo>
                  <a:pt x="2758440" y="0"/>
                </a:lnTo>
                <a:lnTo>
                  <a:pt x="2758440" y="1272540"/>
                </a:lnTo>
                <a:lnTo>
                  <a:pt x="0" y="1272540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 w="203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4274586"/>
            <a:ext cx="132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Keep Informed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046095" y="433173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7240" y="4617486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0000">
                    <a:alpha val="7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อำนาจต่ำ ความสนใจสูง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77240" y="4884186"/>
            <a:ext cx="2495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• ประชาชน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77240" y="5074565"/>
            <a:ext cx="2495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• NGO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537585" y="4106940"/>
            <a:ext cx="2771775" cy="1285875"/>
          </a:xfrm>
          <a:custGeom>
            <a:avLst/>
            <a:gdLst/>
            <a:ahLst/>
            <a:cxnLst/>
            <a:rect l="l" t="t" r="r" b="b"/>
            <a:pathLst>
              <a:path w="2771775" h="1285875">
                <a:moveTo>
                  <a:pt x="0" y="0"/>
                </a:moveTo>
                <a:lnTo>
                  <a:pt x="2771775" y="0"/>
                </a:lnTo>
                <a:lnTo>
                  <a:pt x="27717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solidFill>
            <a:srgbClr val="CC000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89985" y="4259340"/>
            <a:ext cx="136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Minimum Effort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998845" y="431649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76200"/>
                </a:moveTo>
                <a:cubicBezTo>
                  <a:pt x="0" y="70931"/>
                  <a:pt x="4256" y="66675"/>
                  <a:pt x="9525" y="66675"/>
                </a:cubicBezTo>
                <a:lnTo>
                  <a:pt x="123825" y="66675"/>
                </a:lnTo>
                <a:cubicBezTo>
                  <a:pt x="129094" y="66675"/>
                  <a:pt x="133350" y="70931"/>
                  <a:pt x="133350" y="76200"/>
                </a:cubicBezTo>
                <a:cubicBezTo>
                  <a:pt x="133350" y="81469"/>
                  <a:pt x="129094" y="85725"/>
                  <a:pt x="123825" y="85725"/>
                </a:cubicBezTo>
                <a:lnTo>
                  <a:pt x="9525" y="85725"/>
                </a:lnTo>
                <a:cubicBezTo>
                  <a:pt x="4256" y="85725"/>
                  <a:pt x="0" y="81469"/>
                  <a:pt x="0" y="76200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89985" y="4602240"/>
            <a:ext cx="2533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6">
                    <a:alpha val="8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อำนาจต่ำ ความสนใจต่ำ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689985" y="4868940"/>
            <a:ext cx="2524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• กลุ่มทั่วไป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770370" y="2019300"/>
            <a:ext cx="5038725" cy="3048000"/>
          </a:xfrm>
          <a:custGeom>
            <a:avLst/>
            <a:gdLst/>
            <a:ahLst/>
            <a:cxnLst/>
            <a:rect l="l" t="t" r="r" b="b"/>
            <a:pathLst>
              <a:path w="5038725" h="3048000">
                <a:moveTo>
                  <a:pt x="0" y="0"/>
                </a:moveTo>
                <a:lnTo>
                  <a:pt x="5038725" y="0"/>
                </a:lnTo>
                <a:lnTo>
                  <a:pt x="5038725" y="3048000"/>
                </a:lnTo>
                <a:lnTo>
                  <a:pt x="0" y="30480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984682" y="22479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198995" y="2209800"/>
            <a:ext cx="451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กลยุทธ์การกรอบข้อความ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960870" y="2590800"/>
            <a:ext cx="4657725" cy="685800"/>
          </a:xfrm>
          <a:custGeom>
            <a:avLst/>
            <a:gdLst/>
            <a:ahLst/>
            <a:cxnLst/>
            <a:rect l="l" t="t" r="r" b="b"/>
            <a:pathLst>
              <a:path w="4657725" h="685800">
                <a:moveTo>
                  <a:pt x="0" y="0"/>
                </a:moveTo>
                <a:lnTo>
                  <a:pt x="4657725" y="0"/>
                </a:lnTo>
                <a:lnTo>
                  <a:pt x="4657725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075170" y="2705100"/>
            <a:ext cx="4505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สำหรับผู้ตัดสินใจ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075170" y="2971800"/>
            <a:ext cx="449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เน้นผลกระทบทางการเมืองและเศรษฐกิจ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960870" y="3390900"/>
            <a:ext cx="4657725" cy="685800"/>
          </a:xfrm>
          <a:custGeom>
            <a:avLst/>
            <a:gdLst/>
            <a:ahLst/>
            <a:cxnLst/>
            <a:rect l="l" t="t" r="r" b="b"/>
            <a:pathLst>
              <a:path w="4657725" h="685800">
                <a:moveTo>
                  <a:pt x="0" y="0"/>
                </a:moveTo>
                <a:lnTo>
                  <a:pt x="4657725" y="0"/>
                </a:lnTo>
                <a:lnTo>
                  <a:pt x="4657725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075170" y="3505200"/>
            <a:ext cx="4505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สำหรับผู้ปฏิบัติ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075170" y="3771900"/>
            <a:ext cx="449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เน้นความเป็นไปได้และทรัพยากร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960870" y="4191000"/>
            <a:ext cx="4657725" cy="685800"/>
          </a:xfrm>
          <a:custGeom>
            <a:avLst/>
            <a:gdLst/>
            <a:ahLst/>
            <a:cxnLst/>
            <a:rect l="l" t="t" r="r" b="b"/>
            <a:pathLst>
              <a:path w="4657725" h="685800">
                <a:moveTo>
                  <a:pt x="0" y="0"/>
                </a:moveTo>
                <a:lnTo>
                  <a:pt x="4657725" y="0"/>
                </a:lnTo>
                <a:lnTo>
                  <a:pt x="4657725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075170" y="4305300"/>
            <a:ext cx="4505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สำหรับประชาชน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075170" y="4572000"/>
            <a:ext cx="449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เน้นผลประโยชน์ที่จะได้รับ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770370" y="5219700"/>
            <a:ext cx="5038725" cy="800100"/>
          </a:xfrm>
          <a:custGeom>
            <a:avLst/>
            <a:gdLst/>
            <a:ahLst/>
            <a:cxnLst/>
            <a:rect l="l" t="t" r="r" b="b"/>
            <a:pathLst>
              <a:path w="5038725" h="800100">
                <a:moveTo>
                  <a:pt x="0" y="0"/>
                </a:moveTo>
                <a:lnTo>
                  <a:pt x="5038725" y="0"/>
                </a:lnTo>
                <a:lnTo>
                  <a:pt x="5038725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951345" y="541781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64294"/>
                </a:moveTo>
                <a:cubicBezTo>
                  <a:pt x="0" y="44559"/>
                  <a:pt x="15984" y="28575"/>
                  <a:pt x="35719" y="28575"/>
                </a:cubicBezTo>
                <a:lnTo>
                  <a:pt x="38100" y="28575"/>
                </a:lnTo>
                <a:cubicBezTo>
                  <a:pt x="43369" y="28575"/>
                  <a:pt x="47625" y="32831"/>
                  <a:pt x="47625" y="38100"/>
                </a:cubicBezTo>
                <a:cubicBezTo>
                  <a:pt x="47625" y="43369"/>
                  <a:pt x="43369" y="47625"/>
                  <a:pt x="38100" y="47625"/>
                </a:cubicBezTo>
                <a:lnTo>
                  <a:pt x="35719" y="47625"/>
                </a:lnTo>
                <a:cubicBezTo>
                  <a:pt x="26521" y="47625"/>
                  <a:pt x="19050" y="55096"/>
                  <a:pt x="19050" y="64294"/>
                </a:cubicBezTo>
                <a:lnTo>
                  <a:pt x="19050" y="66675"/>
                </a:lnTo>
                <a:lnTo>
                  <a:pt x="38100" y="66675"/>
                </a:lnTo>
                <a:cubicBezTo>
                  <a:pt x="48607" y="66675"/>
                  <a:pt x="57150" y="75218"/>
                  <a:pt x="57150" y="85725"/>
                </a:cubicBezTo>
                <a:lnTo>
                  <a:pt x="57150" y="104775"/>
                </a:lnTo>
                <a:cubicBezTo>
                  <a:pt x="57150" y="115282"/>
                  <a:pt x="48607" y="123825"/>
                  <a:pt x="38100" y="123825"/>
                </a:cubicBezTo>
                <a:lnTo>
                  <a:pt x="19050" y="123825"/>
                </a:lnTo>
                <a:cubicBezTo>
                  <a:pt x="8543" y="123825"/>
                  <a:pt x="0" y="115282"/>
                  <a:pt x="0" y="104775"/>
                </a:cubicBezTo>
                <a:lnTo>
                  <a:pt x="0" y="64294"/>
                </a:lnTo>
                <a:close/>
                <a:moveTo>
                  <a:pt x="76200" y="64294"/>
                </a:moveTo>
                <a:cubicBezTo>
                  <a:pt x="76200" y="44559"/>
                  <a:pt x="92184" y="28575"/>
                  <a:pt x="111919" y="28575"/>
                </a:cubicBezTo>
                <a:lnTo>
                  <a:pt x="114300" y="28575"/>
                </a:lnTo>
                <a:cubicBezTo>
                  <a:pt x="119569" y="28575"/>
                  <a:pt x="123825" y="32831"/>
                  <a:pt x="123825" y="38100"/>
                </a:cubicBezTo>
                <a:cubicBezTo>
                  <a:pt x="123825" y="43369"/>
                  <a:pt x="119569" y="47625"/>
                  <a:pt x="114300" y="47625"/>
                </a:cubicBezTo>
                <a:lnTo>
                  <a:pt x="111919" y="47625"/>
                </a:lnTo>
                <a:cubicBezTo>
                  <a:pt x="102721" y="47625"/>
                  <a:pt x="95250" y="55096"/>
                  <a:pt x="95250" y="64294"/>
                </a:cubicBezTo>
                <a:lnTo>
                  <a:pt x="95250" y="66675"/>
                </a:lnTo>
                <a:lnTo>
                  <a:pt x="114300" y="66675"/>
                </a:lnTo>
                <a:cubicBezTo>
                  <a:pt x="124807" y="66675"/>
                  <a:pt x="133350" y="75218"/>
                  <a:pt x="133350" y="85725"/>
                </a:cubicBezTo>
                <a:lnTo>
                  <a:pt x="133350" y="104775"/>
                </a:lnTo>
                <a:cubicBezTo>
                  <a:pt x="133350" y="115282"/>
                  <a:pt x="124807" y="123825"/>
                  <a:pt x="114300" y="123825"/>
                </a:cubicBezTo>
                <a:lnTo>
                  <a:pt x="95250" y="123825"/>
                </a:lnTo>
                <a:cubicBezTo>
                  <a:pt x="84743" y="123825"/>
                  <a:pt x="76200" y="115282"/>
                  <a:pt x="76200" y="104775"/>
                </a:cubicBezTo>
                <a:lnTo>
                  <a:pt x="76200" y="64294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170420" y="5372100"/>
            <a:ext cx="45624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แต่ละกลุ่มมีความสนใจและความกังวลที่แตกต่างกัน การกรอบข้อความให้ตรงกับสิ่งที่พวกเขาแคร์จะเพิ่มโอกาสในการได้รับการสนับสนุน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1">
            <a:off x="8510446" y="-443052"/>
            <a:ext cx="4762500" cy="4762500"/>
          </a:xfrm>
          <a:custGeom>
            <a:avLst/>
            <a:gdLst/>
            <a:ahLst/>
            <a:cxnLst/>
            <a:rect l="l" t="t" r="r" b="b"/>
            <a:pathLst>
              <a:path w="4762500" h="4762500">
                <a:moveTo>
                  <a:pt x="0" y="0"/>
                </a:moveTo>
                <a:lnTo>
                  <a:pt x="4762500" y="0"/>
                </a:lnTo>
                <a:lnTo>
                  <a:pt x="4762500" y="4762500"/>
                </a:lnTo>
                <a:lnTo>
                  <a:pt x="0" y="47625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81800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0" y="0"/>
                </a:moveTo>
                <a:lnTo>
                  <a:pt x="12192000" y="0"/>
                </a:lnTo>
                <a:lnTo>
                  <a:pt x="12192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81000" y="381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59594" y="571500"/>
            <a:ext cx="57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95400" y="400050"/>
            <a:ext cx="3705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COALITION BUILDING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95400" y="666750"/>
            <a:ext cx="3857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สร้างแรงสนับสนุน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1000" y="1371600"/>
            <a:ext cx="3657600" cy="4000500"/>
          </a:xfrm>
          <a:custGeom>
            <a:avLst/>
            <a:gdLst/>
            <a:ahLst/>
            <a:cxnLst/>
            <a:rect l="l" t="t" r="r" b="b"/>
            <a:pathLst>
              <a:path w="3657600" h="4000500">
                <a:moveTo>
                  <a:pt x="0" y="0"/>
                </a:moveTo>
                <a:lnTo>
                  <a:pt x="3657600" y="0"/>
                </a:lnTo>
                <a:lnTo>
                  <a:pt x="3657600" y="4000500"/>
                </a:lnTo>
                <a:lnTo>
                  <a:pt x="0" y="40005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29132" y="1219200"/>
            <a:ext cx="122872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000" b="1" dirty="0">
                <a:solidFill>
                  <a:srgbClr val="000000">
                    <a:alpha val="2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+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67200" y="1371600"/>
            <a:ext cx="3657600" cy="4000500"/>
          </a:xfrm>
          <a:custGeom>
            <a:avLst/>
            <a:gdLst/>
            <a:ahLst/>
            <a:cxnLst/>
            <a:rect l="l" t="t" r="r" b="b"/>
            <a:pathLst>
              <a:path w="3657600" h="4000500">
                <a:moveTo>
                  <a:pt x="0" y="0"/>
                </a:moveTo>
                <a:lnTo>
                  <a:pt x="3657600" y="0"/>
                </a:lnTo>
                <a:lnTo>
                  <a:pt x="3657600" y="4000500"/>
                </a:lnTo>
                <a:lnTo>
                  <a:pt x="0" y="4000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15332" y="1219200"/>
            <a:ext cx="122872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000" b="1" dirty="0">
                <a:solidFill>
                  <a:srgbClr val="CC0000">
                    <a:alpha val="2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=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53400" y="1371600"/>
            <a:ext cx="3657600" cy="4000500"/>
          </a:xfrm>
          <a:custGeom>
            <a:avLst/>
            <a:gdLst/>
            <a:ahLst/>
            <a:cxnLst/>
            <a:rect l="l" t="t" r="r" b="b"/>
            <a:pathLst>
              <a:path w="3657600" h="4000500">
                <a:moveTo>
                  <a:pt x="0" y="0"/>
                </a:moveTo>
                <a:lnTo>
                  <a:pt x="3657600" y="0"/>
                </a:lnTo>
                <a:lnTo>
                  <a:pt x="3657600" y="4000500"/>
                </a:lnTo>
                <a:lnTo>
                  <a:pt x="0" y="40005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546206" y="1219200"/>
            <a:ext cx="99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000" b="1" dirty="0">
                <a:solidFill>
                  <a:srgbClr val="000000">
                    <a:alpha val="2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600" y="1600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56047" y="17621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50075" y="47551"/>
                </a:moveTo>
                <a:lnTo>
                  <a:pt x="84999" y="119881"/>
                </a:lnTo>
                <a:cubicBezTo>
                  <a:pt x="82432" y="122727"/>
                  <a:pt x="82544" y="127136"/>
                  <a:pt x="85279" y="129871"/>
                </a:cubicBezTo>
                <a:cubicBezTo>
                  <a:pt x="102301" y="146893"/>
                  <a:pt x="129927" y="146893"/>
                  <a:pt x="146949" y="129871"/>
                </a:cubicBezTo>
                <a:lnTo>
                  <a:pt x="164697" y="112123"/>
                </a:lnTo>
                <a:cubicBezTo>
                  <a:pt x="167041" y="109779"/>
                  <a:pt x="169999" y="108496"/>
                  <a:pt x="173013" y="108272"/>
                </a:cubicBezTo>
                <a:cubicBezTo>
                  <a:pt x="176808" y="107938"/>
                  <a:pt x="180715" y="109221"/>
                  <a:pt x="183617" y="112123"/>
                </a:cubicBezTo>
                <a:lnTo>
                  <a:pt x="282178" y="209848"/>
                </a:lnTo>
                <a:lnTo>
                  <a:pt x="321469" y="178594"/>
                </a:lnTo>
                <a:lnTo>
                  <a:pt x="321469" y="17859"/>
                </a:lnTo>
                <a:lnTo>
                  <a:pt x="258961" y="53578"/>
                </a:lnTo>
                <a:lnTo>
                  <a:pt x="245678" y="44704"/>
                </a:lnTo>
                <a:cubicBezTo>
                  <a:pt x="236860" y="38844"/>
                  <a:pt x="226535" y="35719"/>
                  <a:pt x="215931" y="35719"/>
                </a:cubicBezTo>
                <a:lnTo>
                  <a:pt x="176640" y="35719"/>
                </a:lnTo>
                <a:cubicBezTo>
                  <a:pt x="176026" y="35719"/>
                  <a:pt x="175357" y="35719"/>
                  <a:pt x="174743" y="35775"/>
                </a:cubicBezTo>
                <a:cubicBezTo>
                  <a:pt x="165311" y="36277"/>
                  <a:pt x="156437" y="40518"/>
                  <a:pt x="150075" y="47551"/>
                </a:cubicBezTo>
                <a:close/>
                <a:moveTo>
                  <a:pt x="65075" y="101966"/>
                </a:moveTo>
                <a:lnTo>
                  <a:pt x="124681" y="35719"/>
                </a:lnTo>
                <a:lnTo>
                  <a:pt x="102580" y="35719"/>
                </a:lnTo>
                <a:cubicBezTo>
                  <a:pt x="88348" y="35719"/>
                  <a:pt x="74730" y="41356"/>
                  <a:pt x="64684" y="51402"/>
                </a:cubicBezTo>
                <a:lnTo>
                  <a:pt x="62508" y="53578"/>
                </a:lnTo>
                <a:lnTo>
                  <a:pt x="0" y="17859"/>
                </a:lnTo>
                <a:lnTo>
                  <a:pt x="0" y="178594"/>
                </a:lnTo>
                <a:lnTo>
                  <a:pt x="87288" y="251315"/>
                </a:lnTo>
                <a:cubicBezTo>
                  <a:pt x="100124" y="262031"/>
                  <a:pt x="116309" y="267891"/>
                  <a:pt x="132997" y="267891"/>
                </a:cubicBezTo>
                <a:lnTo>
                  <a:pt x="141759" y="267891"/>
                </a:lnTo>
                <a:lnTo>
                  <a:pt x="137852" y="263984"/>
                </a:lnTo>
                <a:cubicBezTo>
                  <a:pt x="132606" y="258738"/>
                  <a:pt x="132606" y="250254"/>
                  <a:pt x="137852" y="245064"/>
                </a:cubicBezTo>
                <a:cubicBezTo>
                  <a:pt x="143098" y="239874"/>
                  <a:pt x="151581" y="239818"/>
                  <a:pt x="156772" y="245064"/>
                </a:cubicBezTo>
                <a:lnTo>
                  <a:pt x="179654" y="267946"/>
                </a:lnTo>
                <a:lnTo>
                  <a:pt x="184677" y="267946"/>
                </a:lnTo>
                <a:cubicBezTo>
                  <a:pt x="195337" y="267946"/>
                  <a:pt x="205773" y="265547"/>
                  <a:pt x="215261" y="261082"/>
                </a:cubicBezTo>
                <a:lnTo>
                  <a:pt x="200360" y="246125"/>
                </a:lnTo>
                <a:cubicBezTo>
                  <a:pt x="195114" y="240878"/>
                  <a:pt x="195114" y="232395"/>
                  <a:pt x="200360" y="227205"/>
                </a:cubicBezTo>
                <a:cubicBezTo>
                  <a:pt x="205606" y="222014"/>
                  <a:pt x="214089" y="221959"/>
                  <a:pt x="219280" y="227205"/>
                </a:cubicBezTo>
                <a:lnTo>
                  <a:pt x="237139" y="245064"/>
                </a:lnTo>
                <a:lnTo>
                  <a:pt x="246906" y="235297"/>
                </a:lnTo>
                <a:cubicBezTo>
                  <a:pt x="251873" y="230330"/>
                  <a:pt x="253324" y="223131"/>
                  <a:pt x="251147" y="216824"/>
                </a:cubicBezTo>
                <a:lnTo>
                  <a:pt x="174185" y="140475"/>
                </a:lnTo>
                <a:lnTo>
                  <a:pt x="165869" y="148791"/>
                </a:lnTo>
                <a:cubicBezTo>
                  <a:pt x="138354" y="176306"/>
                  <a:pt x="93818" y="176306"/>
                  <a:pt x="66303" y="148791"/>
                </a:cubicBezTo>
                <a:cubicBezTo>
                  <a:pt x="53467" y="135954"/>
                  <a:pt x="52964" y="115360"/>
                  <a:pt x="65075" y="101910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9600" y="2362200"/>
            <a:ext cx="3343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Allies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9600" y="2781300"/>
            <a:ext cx="3295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พันธมิตร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9600" y="3162300"/>
            <a:ext cx="3200400" cy="457200"/>
          </a:xfrm>
          <a:custGeom>
            <a:avLst/>
            <a:gdLst/>
            <a:ahLst/>
            <a:cxnLst/>
            <a:rect l="l" t="t" r="r" b="b"/>
            <a:pathLst>
              <a:path w="3200400" h="457200">
                <a:moveTo>
                  <a:pt x="0" y="0"/>
                </a:moveTo>
                <a:lnTo>
                  <a:pt x="3200400" y="0"/>
                </a:lnTo>
                <a:lnTo>
                  <a:pt x="32004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23900" y="3276600"/>
            <a:ext cx="304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สนับสนุนนโยบาย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8175" y="37719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76300" y="3733800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หน่วยงานที่ได้ประโยชน์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8175" y="40767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76300" y="4038600"/>
            <a:ext cx="781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ผู้เชี่ยวชาญ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8175" y="4381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76300" y="4343400"/>
            <a:ext cx="108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ภาคประชาสังคม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09600" y="4724400"/>
            <a:ext cx="3200400" cy="419100"/>
          </a:xfrm>
          <a:custGeom>
            <a:avLst/>
            <a:gdLst/>
            <a:ahLst/>
            <a:cxnLst/>
            <a:rect l="l" t="t" r="r" b="b"/>
            <a:pathLst>
              <a:path w="3200400" h="419100">
                <a:moveTo>
                  <a:pt x="0" y="0"/>
                </a:moveTo>
                <a:lnTo>
                  <a:pt x="3200400" y="0"/>
                </a:lnTo>
                <a:lnTo>
                  <a:pt x="32004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23900" y="4838700"/>
            <a:ext cx="3038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กลยุทธ์: ให้ข้อมูลเพิ่มเติม ขอให้ช่วยสนับสนุน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95800" y="1600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24388" y="1762125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14313" y="17859"/>
                </a:moveTo>
                <a:lnTo>
                  <a:pt x="285750" y="17859"/>
                </a:lnTo>
                <a:cubicBezTo>
                  <a:pt x="295628" y="17859"/>
                  <a:pt x="303609" y="25840"/>
                  <a:pt x="303609" y="35719"/>
                </a:cubicBezTo>
                <a:cubicBezTo>
                  <a:pt x="303609" y="45597"/>
                  <a:pt x="295628" y="53578"/>
                  <a:pt x="285750" y="53578"/>
                </a:cubicBezTo>
                <a:lnTo>
                  <a:pt x="222349" y="53578"/>
                </a:lnTo>
                <a:cubicBezTo>
                  <a:pt x="219447" y="67977"/>
                  <a:pt x="209569" y="79865"/>
                  <a:pt x="196453" y="85558"/>
                </a:cubicBezTo>
                <a:lnTo>
                  <a:pt x="196453" y="250031"/>
                </a:lnTo>
                <a:lnTo>
                  <a:pt x="285750" y="250031"/>
                </a:lnTo>
                <a:cubicBezTo>
                  <a:pt x="295628" y="250031"/>
                  <a:pt x="303609" y="258012"/>
                  <a:pt x="303609" y="267891"/>
                </a:cubicBezTo>
                <a:cubicBezTo>
                  <a:pt x="303609" y="277769"/>
                  <a:pt x="295628" y="285750"/>
                  <a:pt x="285750" y="285750"/>
                </a:cubicBezTo>
                <a:lnTo>
                  <a:pt x="71438" y="285750"/>
                </a:lnTo>
                <a:cubicBezTo>
                  <a:pt x="61559" y="285750"/>
                  <a:pt x="53578" y="277769"/>
                  <a:pt x="53578" y="267891"/>
                </a:cubicBezTo>
                <a:cubicBezTo>
                  <a:pt x="53578" y="258012"/>
                  <a:pt x="61559" y="250031"/>
                  <a:pt x="71438" y="250031"/>
                </a:cubicBezTo>
                <a:lnTo>
                  <a:pt x="160734" y="250031"/>
                </a:lnTo>
                <a:lnTo>
                  <a:pt x="160734" y="85558"/>
                </a:lnTo>
                <a:cubicBezTo>
                  <a:pt x="147619" y="79809"/>
                  <a:pt x="137740" y="67921"/>
                  <a:pt x="134838" y="53578"/>
                </a:cubicBezTo>
                <a:lnTo>
                  <a:pt x="71438" y="53578"/>
                </a:lnTo>
                <a:cubicBezTo>
                  <a:pt x="61559" y="53578"/>
                  <a:pt x="53578" y="45597"/>
                  <a:pt x="53578" y="35719"/>
                </a:cubicBezTo>
                <a:cubicBezTo>
                  <a:pt x="53578" y="25840"/>
                  <a:pt x="61559" y="17859"/>
                  <a:pt x="71438" y="17859"/>
                </a:cubicBezTo>
                <a:lnTo>
                  <a:pt x="142875" y="17859"/>
                </a:lnTo>
                <a:cubicBezTo>
                  <a:pt x="151023" y="7032"/>
                  <a:pt x="163971" y="0"/>
                  <a:pt x="178594" y="0"/>
                </a:cubicBezTo>
                <a:cubicBezTo>
                  <a:pt x="193216" y="0"/>
                  <a:pt x="206164" y="7032"/>
                  <a:pt x="214313" y="17859"/>
                </a:cubicBezTo>
                <a:close/>
                <a:moveTo>
                  <a:pt x="245343" y="178594"/>
                </a:moveTo>
                <a:lnTo>
                  <a:pt x="326157" y="178594"/>
                </a:lnTo>
                <a:lnTo>
                  <a:pt x="285750" y="109277"/>
                </a:lnTo>
                <a:lnTo>
                  <a:pt x="245343" y="178594"/>
                </a:lnTo>
                <a:close/>
                <a:moveTo>
                  <a:pt x="285750" y="232172"/>
                </a:moveTo>
                <a:cubicBezTo>
                  <a:pt x="250645" y="232172"/>
                  <a:pt x="221456" y="213196"/>
                  <a:pt x="215429" y="188137"/>
                </a:cubicBezTo>
                <a:cubicBezTo>
                  <a:pt x="213978" y="181998"/>
                  <a:pt x="215987" y="175692"/>
                  <a:pt x="219168" y="170222"/>
                </a:cubicBezTo>
                <a:lnTo>
                  <a:pt x="272300" y="79139"/>
                </a:lnTo>
                <a:cubicBezTo>
                  <a:pt x="275090" y="74340"/>
                  <a:pt x="280225" y="71438"/>
                  <a:pt x="285750" y="71438"/>
                </a:cubicBezTo>
                <a:cubicBezTo>
                  <a:pt x="291275" y="71438"/>
                  <a:pt x="296410" y="74395"/>
                  <a:pt x="299200" y="79139"/>
                </a:cubicBezTo>
                <a:lnTo>
                  <a:pt x="352332" y="170222"/>
                </a:lnTo>
                <a:cubicBezTo>
                  <a:pt x="355513" y="175692"/>
                  <a:pt x="357522" y="181998"/>
                  <a:pt x="356071" y="188137"/>
                </a:cubicBezTo>
                <a:cubicBezTo>
                  <a:pt x="350044" y="213140"/>
                  <a:pt x="320855" y="232172"/>
                  <a:pt x="285750" y="232172"/>
                </a:cubicBezTo>
                <a:close/>
                <a:moveTo>
                  <a:pt x="70768" y="109277"/>
                </a:moveTo>
                <a:lnTo>
                  <a:pt x="30361" y="178594"/>
                </a:lnTo>
                <a:lnTo>
                  <a:pt x="111230" y="178594"/>
                </a:lnTo>
                <a:lnTo>
                  <a:pt x="70768" y="109277"/>
                </a:lnTo>
                <a:close/>
                <a:moveTo>
                  <a:pt x="502" y="188137"/>
                </a:moveTo>
                <a:cubicBezTo>
                  <a:pt x="-949" y="181998"/>
                  <a:pt x="1060" y="175692"/>
                  <a:pt x="4242" y="170222"/>
                </a:cubicBezTo>
                <a:lnTo>
                  <a:pt x="57373" y="79139"/>
                </a:lnTo>
                <a:cubicBezTo>
                  <a:pt x="60164" y="74340"/>
                  <a:pt x="65298" y="71438"/>
                  <a:pt x="70824" y="71438"/>
                </a:cubicBezTo>
                <a:cubicBezTo>
                  <a:pt x="76349" y="71438"/>
                  <a:pt x="81483" y="74395"/>
                  <a:pt x="84274" y="79139"/>
                </a:cubicBezTo>
                <a:lnTo>
                  <a:pt x="137406" y="170222"/>
                </a:lnTo>
                <a:cubicBezTo>
                  <a:pt x="140587" y="175692"/>
                  <a:pt x="142596" y="181998"/>
                  <a:pt x="141145" y="188137"/>
                </a:cubicBezTo>
                <a:cubicBezTo>
                  <a:pt x="135117" y="213140"/>
                  <a:pt x="105928" y="232172"/>
                  <a:pt x="70824" y="232172"/>
                </a:cubicBezTo>
                <a:cubicBezTo>
                  <a:pt x="35719" y="232172"/>
                  <a:pt x="6530" y="213196"/>
                  <a:pt x="502" y="188137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495800" y="2362200"/>
            <a:ext cx="3343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Neutral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95800" y="2781300"/>
            <a:ext cx="3295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ผู้เป็นกลาง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95800" y="3162300"/>
            <a:ext cx="3200400" cy="457200"/>
          </a:xfrm>
          <a:custGeom>
            <a:avLst/>
            <a:gdLst/>
            <a:ahLst/>
            <a:cxnLst/>
            <a:rect l="l" t="t" r="r" b="b"/>
            <a:pathLst>
              <a:path w="3200400" h="457200">
                <a:moveTo>
                  <a:pt x="0" y="0"/>
                </a:moveTo>
                <a:lnTo>
                  <a:pt x="3200400" y="0"/>
                </a:lnTo>
                <a:lnTo>
                  <a:pt x="32004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10100" y="3276600"/>
            <a:ext cx="304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ยังไม่ตัดสินใจ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43425" y="3771900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19050" y="47625"/>
                </a:moveTo>
                <a:cubicBezTo>
                  <a:pt x="19050" y="31849"/>
                  <a:pt x="31849" y="19050"/>
                  <a:pt x="47625" y="19050"/>
                </a:cubicBezTo>
                <a:cubicBezTo>
                  <a:pt x="63401" y="19050"/>
                  <a:pt x="76200" y="31849"/>
                  <a:pt x="76200" y="47625"/>
                </a:cubicBezTo>
                <a:cubicBezTo>
                  <a:pt x="76200" y="60335"/>
                  <a:pt x="67895" y="71110"/>
                  <a:pt x="56406" y="74831"/>
                </a:cubicBezTo>
                <a:cubicBezTo>
                  <a:pt x="47952" y="77569"/>
                  <a:pt x="38100" y="85338"/>
                  <a:pt x="38100" y="97631"/>
                </a:cubicBezTo>
                <a:lnTo>
                  <a:pt x="38100" y="104775"/>
                </a:lnTo>
                <a:cubicBezTo>
                  <a:pt x="38100" y="110044"/>
                  <a:pt x="42356" y="114300"/>
                  <a:pt x="47625" y="114300"/>
                </a:cubicBezTo>
                <a:cubicBezTo>
                  <a:pt x="52894" y="114300"/>
                  <a:pt x="57150" y="110044"/>
                  <a:pt x="57150" y="104775"/>
                </a:cubicBezTo>
                <a:lnTo>
                  <a:pt x="57150" y="97631"/>
                </a:lnTo>
                <a:cubicBezTo>
                  <a:pt x="57150" y="97125"/>
                  <a:pt x="57329" y="96411"/>
                  <a:pt x="58192" y="95458"/>
                </a:cubicBezTo>
                <a:cubicBezTo>
                  <a:pt x="59085" y="94476"/>
                  <a:pt x="60543" y="93524"/>
                  <a:pt x="62270" y="92958"/>
                </a:cubicBezTo>
                <a:cubicBezTo>
                  <a:pt x="81409" y="86797"/>
                  <a:pt x="95250" y="68848"/>
                  <a:pt x="95250" y="47625"/>
                </a:cubicBezTo>
                <a:cubicBezTo>
                  <a:pt x="95250" y="21312"/>
                  <a:pt x="73938" y="0"/>
                  <a:pt x="47625" y="0"/>
                </a:cubicBezTo>
                <a:cubicBezTo>
                  <a:pt x="21312" y="0"/>
                  <a:pt x="0" y="21312"/>
                  <a:pt x="0" y="47625"/>
                </a:cubicBezTo>
                <a:cubicBezTo>
                  <a:pt x="0" y="52894"/>
                  <a:pt x="4256" y="57150"/>
                  <a:pt x="9525" y="57150"/>
                </a:cubicBezTo>
                <a:cubicBezTo>
                  <a:pt x="14794" y="57150"/>
                  <a:pt x="19050" y="52894"/>
                  <a:pt x="19050" y="47625"/>
                </a:cubicBezTo>
                <a:close/>
                <a:moveTo>
                  <a:pt x="47625" y="152400"/>
                </a:moveTo>
                <a:cubicBezTo>
                  <a:pt x="54203" y="152400"/>
                  <a:pt x="59531" y="147072"/>
                  <a:pt x="59531" y="140494"/>
                </a:cubicBezTo>
                <a:cubicBezTo>
                  <a:pt x="59531" y="133916"/>
                  <a:pt x="54203" y="128588"/>
                  <a:pt x="47625" y="128588"/>
                </a:cubicBezTo>
                <a:cubicBezTo>
                  <a:pt x="41047" y="128588"/>
                  <a:pt x="35719" y="133916"/>
                  <a:pt x="35719" y="140494"/>
                </a:cubicBezTo>
                <a:cubicBezTo>
                  <a:pt x="35719" y="147072"/>
                  <a:pt x="41047" y="152400"/>
                  <a:pt x="47625" y="152400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62500" y="3733800"/>
            <a:ext cx="1285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หน่วยงานที่ไม่แน่ใจ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43425" y="4076700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19050" y="47625"/>
                </a:moveTo>
                <a:cubicBezTo>
                  <a:pt x="19050" y="31849"/>
                  <a:pt x="31849" y="19050"/>
                  <a:pt x="47625" y="19050"/>
                </a:cubicBezTo>
                <a:cubicBezTo>
                  <a:pt x="63401" y="19050"/>
                  <a:pt x="76200" y="31849"/>
                  <a:pt x="76200" y="47625"/>
                </a:cubicBezTo>
                <a:cubicBezTo>
                  <a:pt x="76200" y="60335"/>
                  <a:pt x="67895" y="71110"/>
                  <a:pt x="56406" y="74831"/>
                </a:cubicBezTo>
                <a:cubicBezTo>
                  <a:pt x="47952" y="77569"/>
                  <a:pt x="38100" y="85338"/>
                  <a:pt x="38100" y="97631"/>
                </a:cubicBezTo>
                <a:lnTo>
                  <a:pt x="38100" y="104775"/>
                </a:lnTo>
                <a:cubicBezTo>
                  <a:pt x="38100" y="110044"/>
                  <a:pt x="42356" y="114300"/>
                  <a:pt x="47625" y="114300"/>
                </a:cubicBezTo>
                <a:cubicBezTo>
                  <a:pt x="52894" y="114300"/>
                  <a:pt x="57150" y="110044"/>
                  <a:pt x="57150" y="104775"/>
                </a:cubicBezTo>
                <a:lnTo>
                  <a:pt x="57150" y="97631"/>
                </a:lnTo>
                <a:cubicBezTo>
                  <a:pt x="57150" y="97125"/>
                  <a:pt x="57329" y="96411"/>
                  <a:pt x="58192" y="95458"/>
                </a:cubicBezTo>
                <a:cubicBezTo>
                  <a:pt x="59085" y="94476"/>
                  <a:pt x="60543" y="93524"/>
                  <a:pt x="62270" y="92958"/>
                </a:cubicBezTo>
                <a:cubicBezTo>
                  <a:pt x="81409" y="86797"/>
                  <a:pt x="95250" y="68848"/>
                  <a:pt x="95250" y="47625"/>
                </a:cubicBezTo>
                <a:cubicBezTo>
                  <a:pt x="95250" y="21312"/>
                  <a:pt x="73938" y="0"/>
                  <a:pt x="47625" y="0"/>
                </a:cubicBezTo>
                <a:cubicBezTo>
                  <a:pt x="21312" y="0"/>
                  <a:pt x="0" y="21312"/>
                  <a:pt x="0" y="47625"/>
                </a:cubicBezTo>
                <a:cubicBezTo>
                  <a:pt x="0" y="52894"/>
                  <a:pt x="4256" y="57150"/>
                  <a:pt x="9525" y="57150"/>
                </a:cubicBezTo>
                <a:cubicBezTo>
                  <a:pt x="14794" y="57150"/>
                  <a:pt x="19050" y="52894"/>
                  <a:pt x="19050" y="47625"/>
                </a:cubicBezTo>
                <a:close/>
                <a:moveTo>
                  <a:pt x="47625" y="152400"/>
                </a:moveTo>
                <a:cubicBezTo>
                  <a:pt x="54203" y="152400"/>
                  <a:pt x="59531" y="147072"/>
                  <a:pt x="59531" y="140494"/>
                </a:cubicBezTo>
                <a:cubicBezTo>
                  <a:pt x="59531" y="133916"/>
                  <a:pt x="54203" y="128588"/>
                  <a:pt x="47625" y="128588"/>
                </a:cubicBezTo>
                <a:cubicBezTo>
                  <a:pt x="41047" y="128588"/>
                  <a:pt x="35719" y="133916"/>
                  <a:pt x="35719" y="140494"/>
                </a:cubicBezTo>
                <a:cubicBezTo>
                  <a:pt x="35719" y="147072"/>
                  <a:pt x="41047" y="152400"/>
                  <a:pt x="47625" y="152400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62500" y="4038600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ผู้ที่ต้องการข้อมูลเพิ่ม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543425" y="4381500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19050" y="47625"/>
                </a:moveTo>
                <a:cubicBezTo>
                  <a:pt x="19050" y="31849"/>
                  <a:pt x="31849" y="19050"/>
                  <a:pt x="47625" y="19050"/>
                </a:cubicBezTo>
                <a:cubicBezTo>
                  <a:pt x="63401" y="19050"/>
                  <a:pt x="76200" y="31849"/>
                  <a:pt x="76200" y="47625"/>
                </a:cubicBezTo>
                <a:cubicBezTo>
                  <a:pt x="76200" y="60335"/>
                  <a:pt x="67895" y="71110"/>
                  <a:pt x="56406" y="74831"/>
                </a:cubicBezTo>
                <a:cubicBezTo>
                  <a:pt x="47952" y="77569"/>
                  <a:pt x="38100" y="85338"/>
                  <a:pt x="38100" y="97631"/>
                </a:cubicBezTo>
                <a:lnTo>
                  <a:pt x="38100" y="104775"/>
                </a:lnTo>
                <a:cubicBezTo>
                  <a:pt x="38100" y="110044"/>
                  <a:pt x="42356" y="114300"/>
                  <a:pt x="47625" y="114300"/>
                </a:cubicBezTo>
                <a:cubicBezTo>
                  <a:pt x="52894" y="114300"/>
                  <a:pt x="57150" y="110044"/>
                  <a:pt x="57150" y="104775"/>
                </a:cubicBezTo>
                <a:lnTo>
                  <a:pt x="57150" y="97631"/>
                </a:lnTo>
                <a:cubicBezTo>
                  <a:pt x="57150" y="97125"/>
                  <a:pt x="57329" y="96411"/>
                  <a:pt x="58192" y="95458"/>
                </a:cubicBezTo>
                <a:cubicBezTo>
                  <a:pt x="59085" y="94476"/>
                  <a:pt x="60543" y="93524"/>
                  <a:pt x="62270" y="92958"/>
                </a:cubicBezTo>
                <a:cubicBezTo>
                  <a:pt x="81409" y="86797"/>
                  <a:pt x="95250" y="68848"/>
                  <a:pt x="95250" y="47625"/>
                </a:cubicBezTo>
                <a:cubicBezTo>
                  <a:pt x="95250" y="21312"/>
                  <a:pt x="73938" y="0"/>
                  <a:pt x="47625" y="0"/>
                </a:cubicBezTo>
                <a:cubicBezTo>
                  <a:pt x="21312" y="0"/>
                  <a:pt x="0" y="21312"/>
                  <a:pt x="0" y="47625"/>
                </a:cubicBezTo>
                <a:cubicBezTo>
                  <a:pt x="0" y="52894"/>
                  <a:pt x="4256" y="57150"/>
                  <a:pt x="9525" y="57150"/>
                </a:cubicBezTo>
                <a:cubicBezTo>
                  <a:pt x="14794" y="57150"/>
                  <a:pt x="19050" y="52894"/>
                  <a:pt x="19050" y="47625"/>
                </a:cubicBezTo>
                <a:close/>
                <a:moveTo>
                  <a:pt x="47625" y="152400"/>
                </a:moveTo>
                <a:cubicBezTo>
                  <a:pt x="54203" y="152400"/>
                  <a:pt x="59531" y="147072"/>
                  <a:pt x="59531" y="140494"/>
                </a:cubicBezTo>
                <a:cubicBezTo>
                  <a:pt x="59531" y="133916"/>
                  <a:pt x="54203" y="128588"/>
                  <a:pt x="47625" y="128588"/>
                </a:cubicBezTo>
                <a:cubicBezTo>
                  <a:pt x="41047" y="128588"/>
                  <a:pt x="35719" y="133916"/>
                  <a:pt x="35719" y="140494"/>
                </a:cubicBezTo>
                <a:cubicBezTo>
                  <a:pt x="35719" y="147072"/>
                  <a:pt x="41047" y="152400"/>
                  <a:pt x="47625" y="152400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62500" y="4343400"/>
            <a:ext cx="146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กลุ่มที่ยังไม่มีความเห็น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495800" y="4724400"/>
            <a:ext cx="3200400" cy="419100"/>
          </a:xfrm>
          <a:custGeom>
            <a:avLst/>
            <a:gdLst/>
            <a:ahLst/>
            <a:cxnLst/>
            <a:rect l="l" t="t" r="r" b="b"/>
            <a:pathLst>
              <a:path w="3200400" h="419100">
                <a:moveTo>
                  <a:pt x="0" y="0"/>
                </a:moveTo>
                <a:lnTo>
                  <a:pt x="3200400" y="0"/>
                </a:lnTo>
                <a:lnTo>
                  <a:pt x="32004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610100" y="4838700"/>
            <a:ext cx="3038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กลยุทธ์: ให้ข้อมูลที่ชัดเจน ตอบคำถาม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82000" y="1600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546306" y="17621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382000" y="2362200"/>
            <a:ext cx="3343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Blockers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382000" y="2781300"/>
            <a:ext cx="3295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ผู้ต่อต้าน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382000" y="3162300"/>
            <a:ext cx="3200400" cy="457200"/>
          </a:xfrm>
          <a:custGeom>
            <a:avLst/>
            <a:gdLst/>
            <a:ahLst/>
            <a:cxnLst/>
            <a:rect l="l" t="t" r="r" b="b"/>
            <a:pathLst>
              <a:path w="3200400" h="457200">
                <a:moveTo>
                  <a:pt x="0" y="0"/>
                </a:moveTo>
                <a:lnTo>
                  <a:pt x="3200400" y="0"/>
                </a:lnTo>
                <a:lnTo>
                  <a:pt x="32004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496300" y="3276600"/>
            <a:ext cx="304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คัดค้านนโยบาย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420100" y="37719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648700" y="3733800"/>
            <a:ext cx="1733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หน่วยงานที่ได้รับผลกระทบ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420100" y="40767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648700" y="40386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ผู้มีผลประโยชน์ตรงข้าม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420100" y="43815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648700" y="4343400"/>
            <a:ext cx="1133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กลุ่มที่ไม่เห็นด้วย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382000" y="4724400"/>
            <a:ext cx="3200400" cy="419100"/>
          </a:xfrm>
          <a:custGeom>
            <a:avLst/>
            <a:gdLst/>
            <a:ahLst/>
            <a:cxnLst/>
            <a:rect l="l" t="t" r="r" b="b"/>
            <a:pathLst>
              <a:path w="3200400" h="419100">
                <a:moveTo>
                  <a:pt x="0" y="0"/>
                </a:moveTo>
                <a:lnTo>
                  <a:pt x="3200400" y="0"/>
                </a:lnTo>
                <a:lnTo>
                  <a:pt x="32004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496300" y="4838700"/>
            <a:ext cx="3038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กลยุทธ์: หาจุดร่วม ลดความกังวล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81000" y="5600700"/>
            <a:ext cx="11430000" cy="666750"/>
          </a:xfrm>
          <a:custGeom>
            <a:avLst/>
            <a:gdLst/>
            <a:ahLst/>
            <a:cxnLst/>
            <a:rect l="l" t="t" r="r" b="b"/>
            <a:pathLst>
              <a:path w="11430000" h="666750">
                <a:moveTo>
                  <a:pt x="0" y="0"/>
                </a:moveTo>
                <a:lnTo>
                  <a:pt x="11430000" y="0"/>
                </a:lnTo>
                <a:lnTo>
                  <a:pt x="1143000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573881" y="5791200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78594" y="8930"/>
                </a:moveTo>
                <a:cubicBezTo>
                  <a:pt x="210629" y="8930"/>
                  <a:pt x="236637" y="34938"/>
                  <a:pt x="236637" y="66973"/>
                </a:cubicBezTo>
                <a:cubicBezTo>
                  <a:pt x="236637" y="99007"/>
                  <a:pt x="210629" y="125016"/>
                  <a:pt x="178594" y="125016"/>
                </a:cubicBezTo>
                <a:cubicBezTo>
                  <a:pt x="146559" y="125016"/>
                  <a:pt x="120551" y="99007"/>
                  <a:pt x="120551" y="66973"/>
                </a:cubicBezTo>
                <a:cubicBezTo>
                  <a:pt x="120551" y="34938"/>
                  <a:pt x="146559" y="8930"/>
                  <a:pt x="178594" y="8930"/>
                </a:cubicBezTo>
                <a:close/>
                <a:moveTo>
                  <a:pt x="53578" y="49113"/>
                </a:moveTo>
                <a:cubicBezTo>
                  <a:pt x="75756" y="49113"/>
                  <a:pt x="93762" y="67119"/>
                  <a:pt x="93762" y="89297"/>
                </a:cubicBezTo>
                <a:cubicBezTo>
                  <a:pt x="93762" y="111475"/>
                  <a:pt x="75756" y="129480"/>
                  <a:pt x="53578" y="129480"/>
                </a:cubicBezTo>
                <a:cubicBezTo>
                  <a:pt x="31400" y="129480"/>
                  <a:pt x="13395" y="111475"/>
                  <a:pt x="13395" y="89297"/>
                </a:cubicBezTo>
                <a:cubicBezTo>
                  <a:pt x="13395" y="67119"/>
                  <a:pt x="31400" y="49113"/>
                  <a:pt x="53578" y="49113"/>
                </a:cubicBezTo>
                <a:close/>
                <a:moveTo>
                  <a:pt x="0" y="232172"/>
                </a:moveTo>
                <a:cubicBezTo>
                  <a:pt x="0" y="192714"/>
                  <a:pt x="31979" y="160734"/>
                  <a:pt x="71438" y="160734"/>
                </a:cubicBezTo>
                <a:cubicBezTo>
                  <a:pt x="78581" y="160734"/>
                  <a:pt x="85502" y="161795"/>
                  <a:pt x="92032" y="163748"/>
                </a:cubicBezTo>
                <a:cubicBezTo>
                  <a:pt x="73670" y="184286"/>
                  <a:pt x="62508" y="211410"/>
                  <a:pt x="62508" y="241102"/>
                </a:cubicBezTo>
                <a:lnTo>
                  <a:pt x="62508" y="250031"/>
                </a:lnTo>
                <a:cubicBezTo>
                  <a:pt x="62508" y="256394"/>
                  <a:pt x="63847" y="262421"/>
                  <a:pt x="66247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lnTo>
                  <a:pt x="0" y="232172"/>
                </a:lnTo>
                <a:close/>
                <a:moveTo>
                  <a:pt x="290940" y="267891"/>
                </a:moveTo>
                <a:cubicBezTo>
                  <a:pt x="293340" y="262421"/>
                  <a:pt x="294680" y="256394"/>
                  <a:pt x="294680" y="250031"/>
                </a:cubicBezTo>
                <a:lnTo>
                  <a:pt x="294680" y="241102"/>
                </a:lnTo>
                <a:cubicBezTo>
                  <a:pt x="294680" y="211410"/>
                  <a:pt x="283518" y="184286"/>
                  <a:pt x="265156" y="163748"/>
                </a:cubicBezTo>
                <a:cubicBezTo>
                  <a:pt x="271686" y="161795"/>
                  <a:pt x="278606" y="160734"/>
                  <a:pt x="285750" y="160734"/>
                </a:cubicBezTo>
                <a:cubicBezTo>
                  <a:pt x="325208" y="160734"/>
                  <a:pt x="357188" y="192714"/>
                  <a:pt x="357188" y="232172"/>
                </a:cubicBezTo>
                <a:lnTo>
                  <a:pt x="357188" y="250031"/>
                </a:lnTo>
                <a:cubicBezTo>
                  <a:pt x="357188" y="259910"/>
                  <a:pt x="349207" y="267891"/>
                  <a:pt x="339328" y="267891"/>
                </a:cubicBezTo>
                <a:lnTo>
                  <a:pt x="290940" y="267891"/>
                </a:lnTo>
                <a:close/>
                <a:moveTo>
                  <a:pt x="263426" y="89297"/>
                </a:moveTo>
                <a:cubicBezTo>
                  <a:pt x="263426" y="67119"/>
                  <a:pt x="281431" y="49113"/>
                  <a:pt x="303609" y="49113"/>
                </a:cubicBezTo>
                <a:cubicBezTo>
                  <a:pt x="325787" y="49113"/>
                  <a:pt x="343793" y="67119"/>
                  <a:pt x="343793" y="89297"/>
                </a:cubicBezTo>
                <a:cubicBezTo>
                  <a:pt x="343793" y="111475"/>
                  <a:pt x="325787" y="129480"/>
                  <a:pt x="303609" y="129480"/>
                </a:cubicBezTo>
                <a:cubicBezTo>
                  <a:pt x="281431" y="129480"/>
                  <a:pt x="263426" y="111475"/>
                  <a:pt x="263426" y="89297"/>
                </a:cubicBezTo>
                <a:close/>
                <a:moveTo>
                  <a:pt x="89297" y="241102"/>
                </a:moveTo>
                <a:cubicBezTo>
                  <a:pt x="89297" y="191765"/>
                  <a:pt x="129257" y="151805"/>
                  <a:pt x="178594" y="151805"/>
                </a:cubicBezTo>
                <a:cubicBezTo>
                  <a:pt x="227930" y="151805"/>
                  <a:pt x="267891" y="191765"/>
                  <a:pt x="267891" y="241102"/>
                </a:cubicBezTo>
                <a:lnTo>
                  <a:pt x="267891" y="250031"/>
                </a:lnTo>
                <a:cubicBezTo>
                  <a:pt x="267891" y="259910"/>
                  <a:pt x="259910" y="267891"/>
                  <a:pt x="250031" y="267891"/>
                </a:cubicBezTo>
                <a:lnTo>
                  <a:pt x="107156" y="267891"/>
                </a:lnTo>
                <a:cubicBezTo>
                  <a:pt x="97278" y="267891"/>
                  <a:pt x="89297" y="259910"/>
                  <a:pt x="89297" y="250031"/>
                </a:cubicBezTo>
                <a:lnTo>
                  <a:pt x="89297" y="241102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081088" y="5800725"/>
            <a:ext cx="4324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กลยุทธ์การสร้างพันธมิตรจะช่วยเพิ่มโอกาสผ่านนโยบาย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1">
            <a:off x="-1393884" y="1157929"/>
            <a:ext cx="3175000" cy="3968750"/>
          </a:xfrm>
          <a:custGeom>
            <a:avLst/>
            <a:gdLst/>
            <a:ahLst/>
            <a:cxnLst/>
            <a:rect l="l" t="t" r="r" b="b"/>
            <a:pathLst>
              <a:path w="3175000" h="3968750">
                <a:moveTo>
                  <a:pt x="0" y="0"/>
                </a:moveTo>
                <a:lnTo>
                  <a:pt x="3175000" y="0"/>
                </a:lnTo>
                <a:lnTo>
                  <a:pt x="3175000" y="3968750"/>
                </a:lnTo>
                <a:lnTo>
                  <a:pt x="0" y="3968750"/>
                </a:lnTo>
                <a:lnTo>
                  <a:pt x="0" y="0"/>
                </a:lnTo>
                <a:close/>
              </a:path>
            </a:pathLst>
          </a:custGeom>
          <a:solidFill>
            <a:srgbClr val="CC00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2128500" y="0"/>
            <a:ext cx="63500" cy="6858000"/>
          </a:xfrm>
          <a:custGeom>
            <a:avLst/>
            <a:gdLst/>
            <a:ahLst/>
            <a:cxnLst/>
            <a:rect l="l" t="t" r="r" b="b"/>
            <a:pathLst>
              <a:path w="63500" h="6858000">
                <a:moveTo>
                  <a:pt x="0" y="0"/>
                </a:moveTo>
                <a:lnTo>
                  <a:pt x="63500" y="0"/>
                </a:lnTo>
                <a:lnTo>
                  <a:pt x="635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17500" y="317500"/>
            <a:ext cx="1984375" cy="381000"/>
          </a:xfrm>
          <a:custGeom>
            <a:avLst/>
            <a:gdLst/>
            <a:ahLst/>
            <a:cxnLst/>
            <a:rect l="l" t="t" r="r" b="b"/>
            <a:pathLst>
              <a:path w="1984375" h="381000">
                <a:moveTo>
                  <a:pt x="0" y="0"/>
                </a:moveTo>
                <a:lnTo>
                  <a:pt x="1984375" y="0"/>
                </a:lnTo>
                <a:lnTo>
                  <a:pt x="198437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8000" y="412750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1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OBJECTION HANDLING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17500" y="825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Handle Objections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17500" y="1129324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000000">
                    <a:alpha val="7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เตรียมคำตอบเชิงหลักฐาน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17500" y="1542072"/>
            <a:ext cx="11557000" cy="4699000"/>
          </a:xfrm>
          <a:custGeom>
            <a:avLst/>
            <a:gdLst/>
            <a:ahLst/>
            <a:cxnLst/>
            <a:rect l="l" t="t" r="r" b="b"/>
            <a:pathLst>
              <a:path w="11557000" h="4699000">
                <a:moveTo>
                  <a:pt x="0" y="0"/>
                </a:moveTo>
                <a:lnTo>
                  <a:pt x="11557000" y="0"/>
                </a:lnTo>
                <a:lnTo>
                  <a:pt x="11557000" y="4699000"/>
                </a:lnTo>
                <a:lnTo>
                  <a:pt x="0" y="4699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8000" y="1732572"/>
            <a:ext cx="11271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คำถามยากที่ต้องเตรียมตอบ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3875" y="2176971"/>
            <a:ext cx="11160125" cy="1206500"/>
          </a:xfrm>
          <a:custGeom>
            <a:avLst/>
            <a:gdLst/>
            <a:ahLst/>
            <a:cxnLst/>
            <a:rect l="l" t="t" r="r" b="b"/>
            <a:pathLst>
              <a:path w="11160125" h="1206500">
                <a:moveTo>
                  <a:pt x="0" y="0"/>
                </a:moveTo>
                <a:lnTo>
                  <a:pt x="11160125" y="0"/>
                </a:lnTo>
                <a:lnTo>
                  <a:pt x="11160125" y="1206500"/>
                </a:lnTo>
                <a:lnTo>
                  <a:pt x="0" y="1206500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23875" y="2176971"/>
            <a:ext cx="31750" cy="1206500"/>
          </a:xfrm>
          <a:custGeom>
            <a:avLst/>
            <a:gdLst/>
            <a:ahLst/>
            <a:cxnLst/>
            <a:rect l="l" t="t" r="r" b="b"/>
            <a:pathLst>
              <a:path w="31750" h="1206500">
                <a:moveTo>
                  <a:pt x="0" y="0"/>
                </a:moveTo>
                <a:lnTo>
                  <a:pt x="31750" y="0"/>
                </a:lnTo>
                <a:lnTo>
                  <a:pt x="31750" y="1206500"/>
                </a:lnTo>
                <a:lnTo>
                  <a:pt x="0" y="12065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66750" y="230397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7719" y="2399221"/>
            <a:ext cx="119063" cy="190500"/>
          </a:xfrm>
          <a:custGeom>
            <a:avLst/>
            <a:gdLst/>
            <a:ahLst/>
            <a:cxnLst/>
            <a:rect l="l" t="t" r="r" b="b"/>
            <a:pathLst>
              <a:path w="119063" h="190500">
                <a:moveTo>
                  <a:pt x="50602" y="8930"/>
                </a:moveTo>
                <a:cubicBezTo>
                  <a:pt x="50602" y="3981"/>
                  <a:pt x="54583" y="0"/>
                  <a:pt x="59531" y="0"/>
                </a:cubicBezTo>
                <a:cubicBezTo>
                  <a:pt x="64480" y="0"/>
                  <a:pt x="68461" y="3981"/>
                  <a:pt x="68461" y="8930"/>
                </a:cubicBezTo>
                <a:lnTo>
                  <a:pt x="68461" y="23812"/>
                </a:lnTo>
                <a:lnTo>
                  <a:pt x="89297" y="23812"/>
                </a:lnTo>
                <a:cubicBezTo>
                  <a:pt x="95883" y="23812"/>
                  <a:pt x="101203" y="29133"/>
                  <a:pt x="101203" y="35719"/>
                </a:cubicBezTo>
                <a:cubicBezTo>
                  <a:pt x="101203" y="42304"/>
                  <a:pt x="95883" y="47625"/>
                  <a:pt x="89297" y="47625"/>
                </a:cubicBezTo>
                <a:lnTo>
                  <a:pt x="46546" y="47625"/>
                </a:lnTo>
                <a:cubicBezTo>
                  <a:pt x="37281" y="47625"/>
                  <a:pt x="29766" y="55141"/>
                  <a:pt x="29766" y="64405"/>
                </a:cubicBezTo>
                <a:cubicBezTo>
                  <a:pt x="29766" y="72777"/>
                  <a:pt x="35905" y="79846"/>
                  <a:pt x="44165" y="81037"/>
                </a:cubicBezTo>
                <a:lnTo>
                  <a:pt x="78246" y="85911"/>
                </a:lnTo>
                <a:cubicBezTo>
                  <a:pt x="98264" y="88776"/>
                  <a:pt x="113109" y="105891"/>
                  <a:pt x="113109" y="126095"/>
                </a:cubicBezTo>
                <a:cubicBezTo>
                  <a:pt x="113109" y="148530"/>
                  <a:pt x="94915" y="166688"/>
                  <a:pt x="72517" y="166688"/>
                </a:cubicBezTo>
                <a:lnTo>
                  <a:pt x="68461" y="166688"/>
                </a:lnTo>
                <a:lnTo>
                  <a:pt x="68461" y="181570"/>
                </a:lnTo>
                <a:cubicBezTo>
                  <a:pt x="68461" y="186519"/>
                  <a:pt x="64480" y="190500"/>
                  <a:pt x="59531" y="190500"/>
                </a:cubicBezTo>
                <a:cubicBezTo>
                  <a:pt x="54583" y="190500"/>
                  <a:pt x="50602" y="186519"/>
                  <a:pt x="50602" y="181570"/>
                </a:cubicBezTo>
                <a:lnTo>
                  <a:pt x="50602" y="166688"/>
                </a:lnTo>
                <a:lnTo>
                  <a:pt x="23812" y="166688"/>
                </a:lnTo>
                <a:cubicBezTo>
                  <a:pt x="17227" y="166688"/>
                  <a:pt x="11906" y="161367"/>
                  <a:pt x="11906" y="154781"/>
                </a:cubicBezTo>
                <a:cubicBezTo>
                  <a:pt x="11906" y="148196"/>
                  <a:pt x="17227" y="142875"/>
                  <a:pt x="23812" y="142875"/>
                </a:cubicBezTo>
                <a:lnTo>
                  <a:pt x="72517" y="142875"/>
                </a:lnTo>
                <a:cubicBezTo>
                  <a:pt x="81781" y="142875"/>
                  <a:pt x="89297" y="135359"/>
                  <a:pt x="89297" y="126095"/>
                </a:cubicBezTo>
                <a:cubicBezTo>
                  <a:pt x="89297" y="117723"/>
                  <a:pt x="83158" y="110654"/>
                  <a:pt x="74898" y="109463"/>
                </a:cubicBezTo>
                <a:lnTo>
                  <a:pt x="40816" y="104589"/>
                </a:lnTo>
                <a:cubicBezTo>
                  <a:pt x="20799" y="101761"/>
                  <a:pt x="5953" y="84609"/>
                  <a:pt x="5953" y="64405"/>
                </a:cubicBezTo>
                <a:cubicBezTo>
                  <a:pt x="5953" y="42007"/>
                  <a:pt x="24147" y="23812"/>
                  <a:pt x="46546" y="23812"/>
                </a:cubicBezTo>
                <a:lnTo>
                  <a:pt x="50602" y="23812"/>
                </a:lnTo>
                <a:lnTo>
                  <a:pt x="50602" y="8930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74750" y="2303971"/>
            <a:ext cx="10461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ต้นทุน (Cost)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74750" y="2589721"/>
            <a:ext cx="1044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>
                    <a:alpha val="7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"แพงเกินไปไหม?" "มีงบประมาณพอไหม?"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74750" y="2875471"/>
            <a:ext cx="10382250" cy="381000"/>
          </a:xfrm>
          <a:custGeom>
            <a:avLst/>
            <a:gdLst/>
            <a:ahLst/>
            <a:cxnLst/>
            <a:rect l="l" t="t" r="r" b="b"/>
            <a:pathLst>
              <a:path w="10382250" h="381000">
                <a:moveTo>
                  <a:pt x="0" y="0"/>
                </a:moveTo>
                <a:lnTo>
                  <a:pt x="10382250" y="0"/>
                </a:lnTo>
                <a:lnTo>
                  <a:pt x="103822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70000" y="2970721"/>
            <a:ext cx="1025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คำตอบ:</a:t>
            </a:r>
            <a:r>
              <a:rPr lang="en-US" sz="10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 แสดง ROI เปรียบเทียบต้นทุนกับผลประโยชน์ในระยะยาว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23875" y="3510471"/>
            <a:ext cx="11160125" cy="1206500"/>
          </a:xfrm>
          <a:custGeom>
            <a:avLst/>
            <a:gdLst/>
            <a:ahLst/>
            <a:cxnLst/>
            <a:rect l="l" t="t" r="r" b="b"/>
            <a:pathLst>
              <a:path w="11160125" h="1206500">
                <a:moveTo>
                  <a:pt x="0" y="0"/>
                </a:moveTo>
                <a:lnTo>
                  <a:pt x="11160125" y="0"/>
                </a:lnTo>
                <a:lnTo>
                  <a:pt x="11160125" y="1206500"/>
                </a:lnTo>
                <a:lnTo>
                  <a:pt x="0" y="1206500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23875" y="3510471"/>
            <a:ext cx="31750" cy="1206500"/>
          </a:xfrm>
          <a:custGeom>
            <a:avLst/>
            <a:gdLst/>
            <a:ahLst/>
            <a:cxnLst/>
            <a:rect l="l" t="t" r="r" b="b"/>
            <a:pathLst>
              <a:path w="31750" h="1206500">
                <a:moveTo>
                  <a:pt x="0" y="0"/>
                </a:moveTo>
                <a:lnTo>
                  <a:pt x="31750" y="0"/>
                </a:lnTo>
                <a:lnTo>
                  <a:pt x="31750" y="1206500"/>
                </a:lnTo>
                <a:lnTo>
                  <a:pt x="0" y="1206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66750" y="363747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38188" y="3732721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74750" y="3637471"/>
            <a:ext cx="10461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ความเป็นไปได้ (Feasibility)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74750" y="3923221"/>
            <a:ext cx="1044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>
                    <a:alpha val="7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"ทำได้จริงหรือ?" "มีคนทำไหม?"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74750" y="4208971"/>
            <a:ext cx="10382250" cy="381000"/>
          </a:xfrm>
          <a:custGeom>
            <a:avLst/>
            <a:gdLst/>
            <a:ahLst/>
            <a:cxnLst/>
            <a:rect l="l" t="t" r="r" b="b"/>
            <a:pathLst>
              <a:path w="10382250" h="381000">
                <a:moveTo>
                  <a:pt x="0" y="0"/>
                </a:moveTo>
                <a:lnTo>
                  <a:pt x="10382250" y="0"/>
                </a:lnTo>
                <a:lnTo>
                  <a:pt x="103822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270000" y="4304221"/>
            <a:ext cx="1025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คำตอบ:</a:t>
            </a:r>
            <a:r>
              <a:rPr lang="en-US" sz="10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 ยกตัวอย่าง case study ที่สำเร็จ แสดงแผนปฏิบัติการ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23875" y="4843971"/>
            <a:ext cx="11160125" cy="1206500"/>
          </a:xfrm>
          <a:custGeom>
            <a:avLst/>
            <a:gdLst/>
            <a:ahLst/>
            <a:cxnLst/>
            <a:rect l="l" t="t" r="r" b="b"/>
            <a:pathLst>
              <a:path w="11160125" h="1206500">
                <a:moveTo>
                  <a:pt x="0" y="0"/>
                </a:moveTo>
                <a:lnTo>
                  <a:pt x="11160125" y="0"/>
                </a:lnTo>
                <a:lnTo>
                  <a:pt x="11160125" y="1206500"/>
                </a:lnTo>
                <a:lnTo>
                  <a:pt x="0" y="1206500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23875" y="4843971"/>
            <a:ext cx="31750" cy="1206500"/>
          </a:xfrm>
          <a:custGeom>
            <a:avLst/>
            <a:gdLst/>
            <a:ahLst/>
            <a:cxnLst/>
            <a:rect l="l" t="t" r="r" b="b"/>
            <a:pathLst>
              <a:path w="31750" h="1206500">
                <a:moveTo>
                  <a:pt x="0" y="0"/>
                </a:moveTo>
                <a:lnTo>
                  <a:pt x="31750" y="0"/>
                </a:lnTo>
                <a:lnTo>
                  <a:pt x="31750" y="1206500"/>
                </a:lnTo>
                <a:lnTo>
                  <a:pt x="0" y="12065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66750" y="497097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38188" y="5066221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43979" y="23217"/>
                </a:moveTo>
                <a:cubicBezTo>
                  <a:pt x="37765" y="21134"/>
                  <a:pt x="34379" y="14362"/>
                  <a:pt x="36463" y="8148"/>
                </a:cubicBezTo>
                <a:cubicBezTo>
                  <a:pt x="38546" y="1935"/>
                  <a:pt x="45281" y="-1451"/>
                  <a:pt x="51532" y="595"/>
                </a:cubicBezTo>
                <a:lnTo>
                  <a:pt x="93576" y="14622"/>
                </a:lnTo>
                <a:cubicBezTo>
                  <a:pt x="98747" y="5879"/>
                  <a:pt x="108310" y="0"/>
                  <a:pt x="119211" y="0"/>
                </a:cubicBezTo>
                <a:cubicBezTo>
                  <a:pt x="135657" y="0"/>
                  <a:pt x="148977" y="13320"/>
                  <a:pt x="148977" y="29766"/>
                </a:cubicBezTo>
                <a:cubicBezTo>
                  <a:pt x="148977" y="30882"/>
                  <a:pt x="148903" y="31961"/>
                  <a:pt x="148791" y="33040"/>
                </a:cubicBezTo>
                <a:lnTo>
                  <a:pt x="194407" y="48258"/>
                </a:lnTo>
                <a:cubicBezTo>
                  <a:pt x="200658" y="50341"/>
                  <a:pt x="204006" y="57076"/>
                  <a:pt x="201923" y="63326"/>
                </a:cubicBezTo>
                <a:cubicBezTo>
                  <a:pt x="199839" y="69577"/>
                  <a:pt x="193104" y="72926"/>
                  <a:pt x="186854" y="70842"/>
                </a:cubicBezTo>
                <a:lnTo>
                  <a:pt x="136438" y="54025"/>
                </a:lnTo>
                <a:cubicBezTo>
                  <a:pt x="134764" y="55215"/>
                  <a:pt x="132978" y="56220"/>
                  <a:pt x="131080" y="57076"/>
                </a:cubicBezTo>
                <a:lnTo>
                  <a:pt x="131080" y="178631"/>
                </a:lnTo>
                <a:cubicBezTo>
                  <a:pt x="131080" y="185217"/>
                  <a:pt x="125760" y="190537"/>
                  <a:pt x="119174" y="190537"/>
                </a:cubicBezTo>
                <a:lnTo>
                  <a:pt x="47737" y="190537"/>
                </a:lnTo>
                <a:cubicBezTo>
                  <a:pt x="41151" y="190537"/>
                  <a:pt x="35830" y="185217"/>
                  <a:pt x="35830" y="178631"/>
                </a:cubicBezTo>
                <a:cubicBezTo>
                  <a:pt x="35830" y="172045"/>
                  <a:pt x="41151" y="166725"/>
                  <a:pt x="47737" y="166725"/>
                </a:cubicBezTo>
                <a:lnTo>
                  <a:pt x="107268" y="166725"/>
                </a:lnTo>
                <a:lnTo>
                  <a:pt x="107268" y="57076"/>
                </a:lnTo>
                <a:cubicBezTo>
                  <a:pt x="99454" y="53653"/>
                  <a:pt x="93427" y="47030"/>
                  <a:pt x="90822" y="38844"/>
                </a:cubicBezTo>
                <a:lnTo>
                  <a:pt x="43979" y="23217"/>
                </a:lnTo>
                <a:close/>
                <a:moveTo>
                  <a:pt x="74712" y="107156"/>
                </a:moveTo>
                <a:lnTo>
                  <a:pt x="47737" y="60945"/>
                </a:lnTo>
                <a:lnTo>
                  <a:pt x="20799" y="107156"/>
                </a:lnTo>
                <a:lnTo>
                  <a:pt x="74712" y="107156"/>
                </a:lnTo>
                <a:close/>
                <a:moveTo>
                  <a:pt x="47774" y="142875"/>
                </a:moveTo>
                <a:cubicBezTo>
                  <a:pt x="24371" y="142875"/>
                  <a:pt x="4911" y="130225"/>
                  <a:pt x="893" y="113519"/>
                </a:cubicBezTo>
                <a:cubicBezTo>
                  <a:pt x="-74" y="109426"/>
                  <a:pt x="1265" y="105221"/>
                  <a:pt x="3386" y="101575"/>
                </a:cubicBezTo>
                <a:lnTo>
                  <a:pt x="38807" y="40853"/>
                </a:lnTo>
                <a:cubicBezTo>
                  <a:pt x="40667" y="37654"/>
                  <a:pt x="44090" y="35719"/>
                  <a:pt x="47774" y="35719"/>
                </a:cubicBezTo>
                <a:cubicBezTo>
                  <a:pt x="51457" y="35719"/>
                  <a:pt x="54880" y="37691"/>
                  <a:pt x="56741" y="40853"/>
                </a:cubicBezTo>
                <a:lnTo>
                  <a:pt x="92162" y="101575"/>
                </a:lnTo>
                <a:cubicBezTo>
                  <a:pt x="94283" y="105221"/>
                  <a:pt x="95622" y="109426"/>
                  <a:pt x="94655" y="113519"/>
                </a:cubicBezTo>
                <a:cubicBezTo>
                  <a:pt x="90636" y="130187"/>
                  <a:pt x="71177" y="142875"/>
                  <a:pt x="47774" y="142875"/>
                </a:cubicBezTo>
                <a:close/>
                <a:moveTo>
                  <a:pt x="190202" y="108570"/>
                </a:moveTo>
                <a:lnTo>
                  <a:pt x="163264" y="154781"/>
                </a:lnTo>
                <a:lnTo>
                  <a:pt x="217177" y="154781"/>
                </a:lnTo>
                <a:lnTo>
                  <a:pt x="190240" y="108570"/>
                </a:lnTo>
                <a:close/>
                <a:moveTo>
                  <a:pt x="237083" y="161144"/>
                </a:moveTo>
                <a:cubicBezTo>
                  <a:pt x="233065" y="177850"/>
                  <a:pt x="213606" y="190500"/>
                  <a:pt x="190202" y="190500"/>
                </a:cubicBezTo>
                <a:cubicBezTo>
                  <a:pt x="166799" y="190500"/>
                  <a:pt x="147340" y="177850"/>
                  <a:pt x="143321" y="161144"/>
                </a:cubicBezTo>
                <a:cubicBezTo>
                  <a:pt x="142354" y="157051"/>
                  <a:pt x="143694" y="152846"/>
                  <a:pt x="145814" y="149200"/>
                </a:cubicBezTo>
                <a:lnTo>
                  <a:pt x="181235" y="88478"/>
                </a:lnTo>
                <a:cubicBezTo>
                  <a:pt x="183096" y="85279"/>
                  <a:pt x="186519" y="83344"/>
                  <a:pt x="190202" y="83344"/>
                </a:cubicBezTo>
                <a:cubicBezTo>
                  <a:pt x="193886" y="83344"/>
                  <a:pt x="197309" y="85316"/>
                  <a:pt x="199169" y="88478"/>
                </a:cubicBezTo>
                <a:lnTo>
                  <a:pt x="234590" y="149200"/>
                </a:lnTo>
                <a:cubicBezTo>
                  <a:pt x="236711" y="152846"/>
                  <a:pt x="238051" y="157051"/>
                  <a:pt x="237083" y="161144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174750" y="4970971"/>
            <a:ext cx="10461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ความเป็นธรรม (Equity)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74750" y="5256721"/>
            <a:ext cx="1044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>
                    <a:alpha val="7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"ใครได้ประโยชน์?" "ใครเสียประโยชน์?"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174750" y="5542471"/>
            <a:ext cx="10382250" cy="381000"/>
          </a:xfrm>
          <a:custGeom>
            <a:avLst/>
            <a:gdLst/>
            <a:ahLst/>
            <a:cxnLst/>
            <a:rect l="l" t="t" r="r" b="b"/>
            <a:pathLst>
              <a:path w="10382250" h="381000">
                <a:moveTo>
                  <a:pt x="0" y="0"/>
                </a:moveTo>
                <a:lnTo>
                  <a:pt x="10382250" y="0"/>
                </a:lnTo>
                <a:lnTo>
                  <a:pt x="103822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270000" y="5637721"/>
            <a:ext cx="1025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คำตอบ:</a:t>
            </a:r>
            <a:r>
              <a:rPr lang="en-US" sz="10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 แสดงการวิเคราะห์ผลกระทบ มาตรการเยียวยา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17500" y="6317731"/>
            <a:ext cx="11557000" cy="476250"/>
          </a:xfrm>
          <a:custGeom>
            <a:avLst/>
            <a:gdLst/>
            <a:ahLst/>
            <a:cxnLst/>
            <a:rect l="l" t="t" r="r" b="b"/>
            <a:pathLst>
              <a:path w="11557000" h="476250">
                <a:moveTo>
                  <a:pt x="0" y="0"/>
                </a:moveTo>
                <a:lnTo>
                  <a:pt x="11557000" y="0"/>
                </a:lnTo>
                <a:lnTo>
                  <a:pt x="1155700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92125" y="6460606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09625" y="6444731"/>
            <a:ext cx="4000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เตรียมข้อมูลสนับสนุนและคำตอบล่วงหน้า อย่าตอบตามอารมณ์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1">
            <a:off x="9438272" y="3348659"/>
            <a:ext cx="3617804" cy="3165579"/>
          </a:xfrm>
          <a:custGeom>
            <a:avLst/>
            <a:gdLst/>
            <a:ahLst/>
            <a:cxnLst/>
            <a:rect l="l" t="t" r="r" b="b"/>
            <a:pathLst>
              <a:path w="3617804" h="3165579">
                <a:moveTo>
                  <a:pt x="0" y="0"/>
                </a:moveTo>
                <a:lnTo>
                  <a:pt x="3617804" y="0"/>
                </a:lnTo>
                <a:lnTo>
                  <a:pt x="3617804" y="3165579"/>
                </a:lnTo>
                <a:lnTo>
                  <a:pt x="0" y="3165579"/>
                </a:lnTo>
                <a:lnTo>
                  <a:pt x="0" y="0"/>
                </a:lnTo>
                <a:close/>
              </a:path>
            </a:pathLst>
          </a:custGeom>
          <a:solidFill>
            <a:srgbClr val="CC00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47205"/>
            <a:ext cx="12192000" cy="108534"/>
          </a:xfrm>
          <a:custGeom>
            <a:avLst/>
            <a:gdLst/>
            <a:ahLst/>
            <a:cxnLst/>
            <a:rect l="l" t="t" r="r" b="b"/>
            <a:pathLst>
              <a:path w="12192000" h="108534">
                <a:moveTo>
                  <a:pt x="0" y="0"/>
                </a:moveTo>
                <a:lnTo>
                  <a:pt x="12192000" y="0"/>
                </a:lnTo>
                <a:lnTo>
                  <a:pt x="12192000" y="108534"/>
                </a:lnTo>
                <a:lnTo>
                  <a:pt x="0" y="10853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1780" y="416047"/>
            <a:ext cx="72356" cy="578849"/>
          </a:xfrm>
          <a:custGeom>
            <a:avLst/>
            <a:gdLst/>
            <a:ahLst/>
            <a:cxnLst/>
            <a:rect l="l" t="t" r="r" b="b"/>
            <a:pathLst>
              <a:path w="72356" h="578849">
                <a:moveTo>
                  <a:pt x="0" y="0"/>
                </a:moveTo>
                <a:lnTo>
                  <a:pt x="72356" y="0"/>
                </a:lnTo>
                <a:lnTo>
                  <a:pt x="72356" y="578849"/>
                </a:lnTo>
                <a:lnTo>
                  <a:pt x="0" y="578849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8849" y="361780"/>
            <a:ext cx="3843917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kern="0" spc="114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PRESENTATION STRUCTURE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78849" y="685363"/>
            <a:ext cx="3988629" cy="43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18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โครงสร้าง 10 สไลด์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8849" y="1266231"/>
            <a:ext cx="723561" cy="723561"/>
          </a:xfrm>
          <a:custGeom>
            <a:avLst/>
            <a:gdLst/>
            <a:ahLst/>
            <a:cxnLst/>
            <a:rect l="l" t="t" r="r" b="b"/>
            <a:pathLst>
              <a:path w="723561" h="723561">
                <a:moveTo>
                  <a:pt x="0" y="0"/>
                </a:moveTo>
                <a:lnTo>
                  <a:pt x="723561" y="0"/>
                </a:lnTo>
                <a:lnTo>
                  <a:pt x="723561" y="723561"/>
                </a:lnTo>
                <a:lnTo>
                  <a:pt x="0" y="723561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64713" y="1483300"/>
            <a:ext cx="461270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9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1-2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1780" y="2062148"/>
            <a:ext cx="1157697" cy="542671"/>
          </a:xfrm>
          <a:custGeom>
            <a:avLst/>
            <a:gdLst/>
            <a:ahLst/>
            <a:cxnLst/>
            <a:rect l="l" t="t" r="r" b="b"/>
            <a:pathLst>
              <a:path w="1157697" h="542671">
                <a:moveTo>
                  <a:pt x="0" y="0"/>
                </a:moveTo>
                <a:lnTo>
                  <a:pt x="1157697" y="0"/>
                </a:lnTo>
                <a:lnTo>
                  <a:pt x="1157697" y="542671"/>
                </a:lnTo>
                <a:lnTo>
                  <a:pt x="0" y="54267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659" y="2170682"/>
            <a:ext cx="1003941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7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ปัญหา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3181" y="2351573"/>
            <a:ext cx="994896" cy="14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5" dirty="0">
                <a:solidFill>
                  <a:srgbClr val="F5F1E6">
                    <a:alpha val="7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Problem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120485" y="1826876"/>
            <a:ext cx="217068" cy="217068"/>
          </a:xfrm>
          <a:custGeom>
            <a:avLst/>
            <a:gdLst/>
            <a:ahLst/>
            <a:cxnLst/>
            <a:rect l="l" t="t" r="r" b="b"/>
            <a:pathLst>
              <a:path w="217068" h="217068">
                <a:moveTo>
                  <a:pt x="213083" y="118116"/>
                </a:moveTo>
                <a:cubicBezTo>
                  <a:pt x="218383" y="112816"/>
                  <a:pt x="218383" y="104210"/>
                  <a:pt x="213083" y="98910"/>
                </a:cubicBezTo>
                <a:lnTo>
                  <a:pt x="145249" y="31076"/>
                </a:lnTo>
                <a:cubicBezTo>
                  <a:pt x="139950" y="25777"/>
                  <a:pt x="131343" y="25777"/>
                  <a:pt x="126044" y="31076"/>
                </a:cubicBezTo>
                <a:cubicBezTo>
                  <a:pt x="120744" y="36376"/>
                  <a:pt x="120744" y="44982"/>
                  <a:pt x="126044" y="50282"/>
                </a:cubicBezTo>
                <a:lnTo>
                  <a:pt x="170729" y="94967"/>
                </a:lnTo>
                <a:lnTo>
                  <a:pt x="13567" y="94967"/>
                </a:lnTo>
                <a:cubicBezTo>
                  <a:pt x="6063" y="94967"/>
                  <a:pt x="0" y="101030"/>
                  <a:pt x="0" y="108534"/>
                </a:cubicBezTo>
                <a:cubicBezTo>
                  <a:pt x="0" y="116038"/>
                  <a:pt x="6063" y="122101"/>
                  <a:pt x="13567" y="122101"/>
                </a:cubicBezTo>
                <a:lnTo>
                  <a:pt x="170729" y="122101"/>
                </a:lnTo>
                <a:lnTo>
                  <a:pt x="126044" y="166786"/>
                </a:lnTo>
                <a:cubicBezTo>
                  <a:pt x="120744" y="172086"/>
                  <a:pt x="120744" y="180692"/>
                  <a:pt x="126044" y="185992"/>
                </a:cubicBezTo>
                <a:cubicBezTo>
                  <a:pt x="131343" y="191291"/>
                  <a:pt x="139950" y="191291"/>
                  <a:pt x="145249" y="185992"/>
                </a:cubicBezTo>
                <a:lnTo>
                  <a:pt x="213083" y="118158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55517" y="1266231"/>
            <a:ext cx="723561" cy="723561"/>
          </a:xfrm>
          <a:custGeom>
            <a:avLst/>
            <a:gdLst/>
            <a:ahLst/>
            <a:cxnLst/>
            <a:rect l="l" t="t" r="r" b="b"/>
            <a:pathLst>
              <a:path w="723561" h="723561">
                <a:moveTo>
                  <a:pt x="0" y="0"/>
                </a:moveTo>
                <a:lnTo>
                  <a:pt x="723561" y="0"/>
                </a:lnTo>
                <a:lnTo>
                  <a:pt x="723561" y="723561"/>
                </a:lnTo>
                <a:lnTo>
                  <a:pt x="0" y="72356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41381" y="1483300"/>
            <a:ext cx="461270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9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3-4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938448" y="2062148"/>
            <a:ext cx="1157697" cy="542671"/>
          </a:xfrm>
          <a:custGeom>
            <a:avLst/>
            <a:gdLst/>
            <a:ahLst/>
            <a:cxnLst/>
            <a:rect l="l" t="t" r="r" b="b"/>
            <a:pathLst>
              <a:path w="1157697" h="542671">
                <a:moveTo>
                  <a:pt x="0" y="0"/>
                </a:moveTo>
                <a:lnTo>
                  <a:pt x="1157697" y="0"/>
                </a:lnTo>
                <a:lnTo>
                  <a:pt x="1157697" y="542671"/>
                </a:lnTo>
                <a:lnTo>
                  <a:pt x="0" y="542671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015327" y="2170682"/>
            <a:ext cx="1003941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7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สาเหตุ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019849" y="2351573"/>
            <a:ext cx="994896" cy="14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5" dirty="0">
                <a:solidFill>
                  <a:srgbClr val="F5F1E6">
                    <a:alpha val="7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Causes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97154" y="1826876"/>
            <a:ext cx="217068" cy="217068"/>
          </a:xfrm>
          <a:custGeom>
            <a:avLst/>
            <a:gdLst/>
            <a:ahLst/>
            <a:cxnLst/>
            <a:rect l="l" t="t" r="r" b="b"/>
            <a:pathLst>
              <a:path w="217068" h="217068">
                <a:moveTo>
                  <a:pt x="213083" y="118116"/>
                </a:moveTo>
                <a:cubicBezTo>
                  <a:pt x="218383" y="112816"/>
                  <a:pt x="218383" y="104210"/>
                  <a:pt x="213083" y="98910"/>
                </a:cubicBezTo>
                <a:lnTo>
                  <a:pt x="145249" y="31076"/>
                </a:lnTo>
                <a:cubicBezTo>
                  <a:pt x="139950" y="25777"/>
                  <a:pt x="131343" y="25777"/>
                  <a:pt x="126044" y="31076"/>
                </a:cubicBezTo>
                <a:cubicBezTo>
                  <a:pt x="120744" y="36376"/>
                  <a:pt x="120744" y="44982"/>
                  <a:pt x="126044" y="50282"/>
                </a:cubicBezTo>
                <a:lnTo>
                  <a:pt x="170729" y="94967"/>
                </a:lnTo>
                <a:lnTo>
                  <a:pt x="13567" y="94967"/>
                </a:lnTo>
                <a:cubicBezTo>
                  <a:pt x="6063" y="94967"/>
                  <a:pt x="0" y="101030"/>
                  <a:pt x="0" y="108534"/>
                </a:cubicBezTo>
                <a:cubicBezTo>
                  <a:pt x="0" y="116038"/>
                  <a:pt x="6063" y="122101"/>
                  <a:pt x="13567" y="122101"/>
                </a:cubicBezTo>
                <a:lnTo>
                  <a:pt x="170729" y="122101"/>
                </a:lnTo>
                <a:lnTo>
                  <a:pt x="126044" y="166786"/>
                </a:lnTo>
                <a:cubicBezTo>
                  <a:pt x="120744" y="172086"/>
                  <a:pt x="120744" y="180692"/>
                  <a:pt x="126044" y="185992"/>
                </a:cubicBezTo>
                <a:cubicBezTo>
                  <a:pt x="131343" y="191291"/>
                  <a:pt x="139950" y="191291"/>
                  <a:pt x="145249" y="185992"/>
                </a:cubicBezTo>
                <a:lnTo>
                  <a:pt x="213083" y="118158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732185" y="1266231"/>
            <a:ext cx="723561" cy="723561"/>
          </a:xfrm>
          <a:custGeom>
            <a:avLst/>
            <a:gdLst/>
            <a:ahLst/>
            <a:cxnLst/>
            <a:rect l="l" t="t" r="r" b="b"/>
            <a:pathLst>
              <a:path w="723561" h="723561">
                <a:moveTo>
                  <a:pt x="0" y="0"/>
                </a:moveTo>
                <a:lnTo>
                  <a:pt x="723561" y="0"/>
                </a:lnTo>
                <a:lnTo>
                  <a:pt x="723561" y="723561"/>
                </a:lnTo>
                <a:lnTo>
                  <a:pt x="0" y="723561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18049" y="1483300"/>
            <a:ext cx="461270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9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5-6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15117" y="2062148"/>
            <a:ext cx="1157697" cy="542671"/>
          </a:xfrm>
          <a:custGeom>
            <a:avLst/>
            <a:gdLst/>
            <a:ahLst/>
            <a:cxnLst/>
            <a:rect l="l" t="t" r="r" b="b"/>
            <a:pathLst>
              <a:path w="1157697" h="542671">
                <a:moveTo>
                  <a:pt x="0" y="0"/>
                </a:moveTo>
                <a:lnTo>
                  <a:pt x="1157697" y="0"/>
                </a:lnTo>
                <a:lnTo>
                  <a:pt x="1157697" y="542671"/>
                </a:lnTo>
                <a:lnTo>
                  <a:pt x="0" y="54267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591995" y="2170682"/>
            <a:ext cx="1003941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7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ทางเลือก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96517" y="2351573"/>
            <a:ext cx="994896" cy="14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5" dirty="0">
                <a:solidFill>
                  <a:srgbClr val="F5F1E6">
                    <a:alpha val="7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Options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273822" y="1826876"/>
            <a:ext cx="217068" cy="217068"/>
          </a:xfrm>
          <a:custGeom>
            <a:avLst/>
            <a:gdLst/>
            <a:ahLst/>
            <a:cxnLst/>
            <a:rect l="l" t="t" r="r" b="b"/>
            <a:pathLst>
              <a:path w="217068" h="217068">
                <a:moveTo>
                  <a:pt x="213083" y="118116"/>
                </a:moveTo>
                <a:cubicBezTo>
                  <a:pt x="218383" y="112816"/>
                  <a:pt x="218383" y="104210"/>
                  <a:pt x="213083" y="98910"/>
                </a:cubicBezTo>
                <a:lnTo>
                  <a:pt x="145249" y="31076"/>
                </a:lnTo>
                <a:cubicBezTo>
                  <a:pt x="139950" y="25777"/>
                  <a:pt x="131343" y="25777"/>
                  <a:pt x="126044" y="31076"/>
                </a:cubicBezTo>
                <a:cubicBezTo>
                  <a:pt x="120744" y="36376"/>
                  <a:pt x="120744" y="44982"/>
                  <a:pt x="126044" y="50282"/>
                </a:cubicBezTo>
                <a:lnTo>
                  <a:pt x="170729" y="94967"/>
                </a:lnTo>
                <a:lnTo>
                  <a:pt x="13567" y="94967"/>
                </a:lnTo>
                <a:cubicBezTo>
                  <a:pt x="6063" y="94967"/>
                  <a:pt x="0" y="101030"/>
                  <a:pt x="0" y="108534"/>
                </a:cubicBezTo>
                <a:cubicBezTo>
                  <a:pt x="0" y="116038"/>
                  <a:pt x="6063" y="122101"/>
                  <a:pt x="13567" y="122101"/>
                </a:cubicBezTo>
                <a:lnTo>
                  <a:pt x="170729" y="122101"/>
                </a:lnTo>
                <a:lnTo>
                  <a:pt x="126044" y="166786"/>
                </a:lnTo>
                <a:cubicBezTo>
                  <a:pt x="120744" y="172086"/>
                  <a:pt x="120744" y="180692"/>
                  <a:pt x="126044" y="185992"/>
                </a:cubicBezTo>
                <a:cubicBezTo>
                  <a:pt x="131343" y="191291"/>
                  <a:pt x="139950" y="191291"/>
                  <a:pt x="145249" y="185992"/>
                </a:cubicBezTo>
                <a:lnTo>
                  <a:pt x="213083" y="118158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308853" y="1266231"/>
            <a:ext cx="723561" cy="723561"/>
          </a:xfrm>
          <a:custGeom>
            <a:avLst/>
            <a:gdLst/>
            <a:ahLst/>
            <a:cxnLst/>
            <a:rect l="l" t="t" r="r" b="b"/>
            <a:pathLst>
              <a:path w="723561" h="723561">
                <a:moveTo>
                  <a:pt x="0" y="0"/>
                </a:moveTo>
                <a:lnTo>
                  <a:pt x="723561" y="0"/>
                </a:lnTo>
                <a:lnTo>
                  <a:pt x="723561" y="723561"/>
                </a:lnTo>
                <a:lnTo>
                  <a:pt x="0" y="72356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494717" y="1483300"/>
            <a:ext cx="461270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9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7-8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091785" y="2062148"/>
            <a:ext cx="1157697" cy="542671"/>
          </a:xfrm>
          <a:custGeom>
            <a:avLst/>
            <a:gdLst/>
            <a:ahLst/>
            <a:cxnLst/>
            <a:rect l="l" t="t" r="r" b="b"/>
            <a:pathLst>
              <a:path w="1157697" h="542671">
                <a:moveTo>
                  <a:pt x="0" y="0"/>
                </a:moveTo>
                <a:lnTo>
                  <a:pt x="1157697" y="0"/>
                </a:lnTo>
                <a:lnTo>
                  <a:pt x="1157697" y="542671"/>
                </a:lnTo>
                <a:lnTo>
                  <a:pt x="0" y="542671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168663" y="2170682"/>
            <a:ext cx="1003941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7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ข้อเสนอแนะ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173185" y="2351573"/>
            <a:ext cx="994896" cy="14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5" dirty="0">
                <a:solidFill>
                  <a:srgbClr val="F5F1E6">
                    <a:alpha val="7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Recommendation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850490" y="1826876"/>
            <a:ext cx="217068" cy="217068"/>
          </a:xfrm>
          <a:custGeom>
            <a:avLst/>
            <a:gdLst/>
            <a:ahLst/>
            <a:cxnLst/>
            <a:rect l="l" t="t" r="r" b="b"/>
            <a:pathLst>
              <a:path w="217068" h="217068">
                <a:moveTo>
                  <a:pt x="213083" y="118116"/>
                </a:moveTo>
                <a:cubicBezTo>
                  <a:pt x="218383" y="112816"/>
                  <a:pt x="218383" y="104210"/>
                  <a:pt x="213083" y="98910"/>
                </a:cubicBezTo>
                <a:lnTo>
                  <a:pt x="145249" y="31076"/>
                </a:lnTo>
                <a:cubicBezTo>
                  <a:pt x="139950" y="25777"/>
                  <a:pt x="131343" y="25777"/>
                  <a:pt x="126044" y="31076"/>
                </a:cubicBezTo>
                <a:cubicBezTo>
                  <a:pt x="120744" y="36376"/>
                  <a:pt x="120744" y="44982"/>
                  <a:pt x="126044" y="50282"/>
                </a:cubicBezTo>
                <a:lnTo>
                  <a:pt x="170729" y="94967"/>
                </a:lnTo>
                <a:lnTo>
                  <a:pt x="13567" y="94967"/>
                </a:lnTo>
                <a:cubicBezTo>
                  <a:pt x="6063" y="94967"/>
                  <a:pt x="0" y="101030"/>
                  <a:pt x="0" y="108534"/>
                </a:cubicBezTo>
                <a:cubicBezTo>
                  <a:pt x="0" y="116038"/>
                  <a:pt x="6063" y="122101"/>
                  <a:pt x="13567" y="122101"/>
                </a:cubicBezTo>
                <a:lnTo>
                  <a:pt x="170729" y="122101"/>
                </a:lnTo>
                <a:lnTo>
                  <a:pt x="126044" y="166786"/>
                </a:lnTo>
                <a:cubicBezTo>
                  <a:pt x="120744" y="172086"/>
                  <a:pt x="120744" y="180692"/>
                  <a:pt x="126044" y="185992"/>
                </a:cubicBezTo>
                <a:cubicBezTo>
                  <a:pt x="131343" y="191291"/>
                  <a:pt x="139950" y="191291"/>
                  <a:pt x="145249" y="185992"/>
                </a:cubicBezTo>
                <a:lnTo>
                  <a:pt x="213083" y="118158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885521" y="1266231"/>
            <a:ext cx="723561" cy="723561"/>
          </a:xfrm>
          <a:custGeom>
            <a:avLst/>
            <a:gdLst/>
            <a:ahLst/>
            <a:cxnLst/>
            <a:rect l="l" t="t" r="r" b="b"/>
            <a:pathLst>
              <a:path w="723561" h="723561">
                <a:moveTo>
                  <a:pt x="0" y="0"/>
                </a:moveTo>
                <a:lnTo>
                  <a:pt x="723561" y="0"/>
                </a:lnTo>
                <a:lnTo>
                  <a:pt x="723561" y="723561"/>
                </a:lnTo>
                <a:lnTo>
                  <a:pt x="0" y="723561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1007395" y="1483300"/>
            <a:ext cx="587893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9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9-10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668453" y="2062148"/>
            <a:ext cx="1157697" cy="542671"/>
          </a:xfrm>
          <a:custGeom>
            <a:avLst/>
            <a:gdLst/>
            <a:ahLst/>
            <a:cxnLst/>
            <a:rect l="l" t="t" r="r" b="b"/>
            <a:pathLst>
              <a:path w="1157697" h="542671">
                <a:moveTo>
                  <a:pt x="0" y="0"/>
                </a:moveTo>
                <a:lnTo>
                  <a:pt x="1157697" y="0"/>
                </a:lnTo>
                <a:lnTo>
                  <a:pt x="1157697" y="542671"/>
                </a:lnTo>
                <a:lnTo>
                  <a:pt x="0" y="54267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745331" y="2170682"/>
            <a:ext cx="1003941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7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แผนปฏิบัติ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749853" y="2351573"/>
            <a:ext cx="994896" cy="14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5" dirty="0">
                <a:solidFill>
                  <a:srgbClr val="F5F1E6">
                    <a:alpha val="7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Action Plan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69016" y="2829008"/>
            <a:ext cx="2194198" cy="991278"/>
          </a:xfrm>
          <a:custGeom>
            <a:avLst/>
            <a:gdLst/>
            <a:ahLst/>
            <a:cxnLst/>
            <a:rect l="l" t="t" r="r" b="b"/>
            <a:pathLst>
              <a:path w="2194198" h="991278">
                <a:moveTo>
                  <a:pt x="0" y="0"/>
                </a:moveTo>
                <a:lnTo>
                  <a:pt x="2194198" y="0"/>
                </a:lnTo>
                <a:lnTo>
                  <a:pt x="2194198" y="991278"/>
                </a:lnTo>
                <a:lnTo>
                  <a:pt x="0" y="991278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 w="2032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4786" y="2944783"/>
            <a:ext cx="2025970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สไลด์ 1-2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84786" y="3198029"/>
            <a:ext cx="2016926" cy="14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5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• แนะนำตัว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84786" y="3378805"/>
            <a:ext cx="2016926" cy="14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5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• สรุปปัญหา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84786" y="3559580"/>
            <a:ext cx="2016926" cy="14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5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• ข้อมูลสำคัญ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2683506" y="2829008"/>
            <a:ext cx="2194198" cy="991278"/>
          </a:xfrm>
          <a:custGeom>
            <a:avLst/>
            <a:gdLst/>
            <a:ahLst/>
            <a:cxnLst/>
            <a:rect l="l" t="t" r="r" b="b"/>
            <a:pathLst>
              <a:path w="2194198" h="991278">
                <a:moveTo>
                  <a:pt x="0" y="0"/>
                </a:moveTo>
                <a:lnTo>
                  <a:pt x="2194198" y="0"/>
                </a:lnTo>
                <a:lnTo>
                  <a:pt x="2194198" y="991278"/>
                </a:lnTo>
                <a:lnTo>
                  <a:pt x="0" y="991278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 w="203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799276" y="2944783"/>
            <a:ext cx="2025970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สไลด์ 3-4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2799276" y="3198029"/>
            <a:ext cx="2016926" cy="14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5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• วิเคราะห์สาเหตุ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2799276" y="3378805"/>
            <a:ext cx="2016926" cy="14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5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• ปัจจัยหลัก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2799276" y="3559580"/>
            <a:ext cx="2016926" cy="14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5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• หลักฐาน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998109" y="2829008"/>
            <a:ext cx="2194198" cy="991278"/>
          </a:xfrm>
          <a:custGeom>
            <a:avLst/>
            <a:gdLst/>
            <a:ahLst/>
            <a:cxnLst/>
            <a:rect l="l" t="t" r="r" b="b"/>
            <a:pathLst>
              <a:path w="2194198" h="991278">
                <a:moveTo>
                  <a:pt x="0" y="0"/>
                </a:moveTo>
                <a:lnTo>
                  <a:pt x="2194198" y="0"/>
                </a:lnTo>
                <a:lnTo>
                  <a:pt x="2194198" y="991278"/>
                </a:lnTo>
                <a:lnTo>
                  <a:pt x="0" y="991278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 w="2032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113880" y="2944783"/>
            <a:ext cx="2025970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สไลด์ 5-6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113880" y="3198029"/>
            <a:ext cx="2016926" cy="14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5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• ทางเลือกต่างๆ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113880" y="3378805"/>
            <a:ext cx="2016926" cy="14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5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• ข้อดีข้อเสีย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113880" y="3559580"/>
            <a:ext cx="2016926" cy="14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5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• เปรียบเทียบ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312713" y="2829008"/>
            <a:ext cx="2194198" cy="991278"/>
          </a:xfrm>
          <a:custGeom>
            <a:avLst/>
            <a:gdLst/>
            <a:ahLst/>
            <a:cxnLst/>
            <a:rect l="l" t="t" r="r" b="b"/>
            <a:pathLst>
              <a:path w="2194198" h="991278">
                <a:moveTo>
                  <a:pt x="0" y="0"/>
                </a:moveTo>
                <a:lnTo>
                  <a:pt x="2194198" y="0"/>
                </a:lnTo>
                <a:lnTo>
                  <a:pt x="2194198" y="991278"/>
                </a:lnTo>
                <a:lnTo>
                  <a:pt x="0" y="991278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 w="203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428483" y="2944783"/>
            <a:ext cx="2025970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สไลด์ 7-8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428483" y="3198029"/>
            <a:ext cx="2016926" cy="14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5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• ข้อเสนอแนะ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428483" y="3378805"/>
            <a:ext cx="2016926" cy="14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5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• เหตุผล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428483" y="3559580"/>
            <a:ext cx="2016926" cy="14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5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• ผลประโยชน์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627317" y="2829008"/>
            <a:ext cx="2194198" cy="991278"/>
          </a:xfrm>
          <a:custGeom>
            <a:avLst/>
            <a:gdLst/>
            <a:ahLst/>
            <a:cxnLst/>
            <a:rect l="l" t="t" r="r" b="b"/>
            <a:pathLst>
              <a:path w="2194198" h="991278">
                <a:moveTo>
                  <a:pt x="0" y="0"/>
                </a:moveTo>
                <a:lnTo>
                  <a:pt x="2194198" y="0"/>
                </a:lnTo>
                <a:lnTo>
                  <a:pt x="2194198" y="991278"/>
                </a:lnTo>
                <a:lnTo>
                  <a:pt x="0" y="991278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 w="2032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9743086" y="2944783"/>
            <a:ext cx="2025970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สไลด์ 9-10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743086" y="3198029"/>
            <a:ext cx="2016926" cy="14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5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• ขั้นตอน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743086" y="3378805"/>
            <a:ext cx="2016926" cy="14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5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• Timeline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9743086" y="3559580"/>
            <a:ext cx="2016926" cy="14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5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• งบประมาณ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361780" y="3971900"/>
            <a:ext cx="11468439" cy="542671"/>
          </a:xfrm>
          <a:custGeom>
            <a:avLst/>
            <a:gdLst/>
            <a:ahLst/>
            <a:cxnLst/>
            <a:rect l="l" t="t" r="r" b="b"/>
            <a:pathLst>
              <a:path w="11468439" h="542671">
                <a:moveTo>
                  <a:pt x="0" y="0"/>
                </a:moveTo>
                <a:lnTo>
                  <a:pt x="11468439" y="0"/>
                </a:lnTo>
                <a:lnTo>
                  <a:pt x="11468439" y="542671"/>
                </a:lnTo>
                <a:lnTo>
                  <a:pt x="0" y="542671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533626" y="4134701"/>
            <a:ext cx="217068" cy="217068"/>
          </a:xfrm>
          <a:custGeom>
            <a:avLst/>
            <a:gdLst/>
            <a:ahLst/>
            <a:cxnLst/>
            <a:rect l="l" t="t" r="r" b="b"/>
            <a:pathLst>
              <a:path w="217068" h="217068">
                <a:moveTo>
                  <a:pt x="81401" y="27134"/>
                </a:moveTo>
                <a:cubicBezTo>
                  <a:pt x="81401" y="19629"/>
                  <a:pt x="87463" y="13567"/>
                  <a:pt x="94967" y="13567"/>
                </a:cubicBezTo>
                <a:lnTo>
                  <a:pt x="122101" y="13567"/>
                </a:lnTo>
                <a:cubicBezTo>
                  <a:pt x="129605" y="13567"/>
                  <a:pt x="135668" y="19629"/>
                  <a:pt x="135668" y="27134"/>
                </a:cubicBezTo>
                <a:lnTo>
                  <a:pt x="135668" y="54267"/>
                </a:lnTo>
                <a:cubicBezTo>
                  <a:pt x="135668" y="61771"/>
                  <a:pt x="129605" y="67834"/>
                  <a:pt x="122101" y="67834"/>
                </a:cubicBezTo>
                <a:lnTo>
                  <a:pt x="118709" y="67834"/>
                </a:lnTo>
                <a:lnTo>
                  <a:pt x="118709" y="94967"/>
                </a:lnTo>
                <a:lnTo>
                  <a:pt x="169585" y="94967"/>
                </a:lnTo>
                <a:cubicBezTo>
                  <a:pt x="186458" y="94967"/>
                  <a:pt x="200110" y="108619"/>
                  <a:pt x="200110" y="125493"/>
                </a:cubicBezTo>
                <a:lnTo>
                  <a:pt x="200110" y="149234"/>
                </a:lnTo>
                <a:lnTo>
                  <a:pt x="203501" y="149234"/>
                </a:lnTo>
                <a:cubicBezTo>
                  <a:pt x="211006" y="149234"/>
                  <a:pt x="217068" y="155297"/>
                  <a:pt x="217068" y="162801"/>
                </a:cubicBezTo>
                <a:lnTo>
                  <a:pt x="217068" y="189935"/>
                </a:lnTo>
                <a:cubicBezTo>
                  <a:pt x="217068" y="197439"/>
                  <a:pt x="211006" y="203501"/>
                  <a:pt x="203501" y="203501"/>
                </a:cubicBezTo>
                <a:lnTo>
                  <a:pt x="176368" y="203501"/>
                </a:lnTo>
                <a:cubicBezTo>
                  <a:pt x="168864" y="203501"/>
                  <a:pt x="162801" y="197439"/>
                  <a:pt x="162801" y="189935"/>
                </a:cubicBezTo>
                <a:lnTo>
                  <a:pt x="162801" y="162801"/>
                </a:lnTo>
                <a:cubicBezTo>
                  <a:pt x="162801" y="155297"/>
                  <a:pt x="168864" y="149234"/>
                  <a:pt x="176368" y="149234"/>
                </a:cubicBezTo>
                <a:lnTo>
                  <a:pt x="179760" y="149234"/>
                </a:lnTo>
                <a:lnTo>
                  <a:pt x="179760" y="125493"/>
                </a:lnTo>
                <a:cubicBezTo>
                  <a:pt x="179760" y="119854"/>
                  <a:pt x="175223" y="115318"/>
                  <a:pt x="169585" y="115318"/>
                </a:cubicBezTo>
                <a:lnTo>
                  <a:pt x="118709" y="115318"/>
                </a:lnTo>
                <a:lnTo>
                  <a:pt x="118709" y="149234"/>
                </a:lnTo>
                <a:lnTo>
                  <a:pt x="122101" y="149234"/>
                </a:lnTo>
                <a:cubicBezTo>
                  <a:pt x="129605" y="149234"/>
                  <a:pt x="135668" y="155297"/>
                  <a:pt x="135668" y="162801"/>
                </a:cubicBezTo>
                <a:lnTo>
                  <a:pt x="135668" y="189935"/>
                </a:lnTo>
                <a:cubicBezTo>
                  <a:pt x="135668" y="197439"/>
                  <a:pt x="129605" y="203501"/>
                  <a:pt x="122101" y="203501"/>
                </a:cubicBezTo>
                <a:lnTo>
                  <a:pt x="94967" y="203501"/>
                </a:lnTo>
                <a:cubicBezTo>
                  <a:pt x="87463" y="203501"/>
                  <a:pt x="81401" y="197439"/>
                  <a:pt x="81401" y="189935"/>
                </a:cubicBezTo>
                <a:lnTo>
                  <a:pt x="81401" y="162801"/>
                </a:lnTo>
                <a:cubicBezTo>
                  <a:pt x="81401" y="155297"/>
                  <a:pt x="87463" y="149234"/>
                  <a:pt x="94967" y="149234"/>
                </a:cubicBezTo>
                <a:lnTo>
                  <a:pt x="98359" y="149234"/>
                </a:lnTo>
                <a:lnTo>
                  <a:pt x="98359" y="115318"/>
                </a:lnTo>
                <a:lnTo>
                  <a:pt x="47484" y="115318"/>
                </a:lnTo>
                <a:cubicBezTo>
                  <a:pt x="41845" y="115318"/>
                  <a:pt x="37309" y="119854"/>
                  <a:pt x="37309" y="125493"/>
                </a:cubicBezTo>
                <a:lnTo>
                  <a:pt x="37309" y="149234"/>
                </a:lnTo>
                <a:lnTo>
                  <a:pt x="40700" y="149234"/>
                </a:lnTo>
                <a:cubicBezTo>
                  <a:pt x="48204" y="149234"/>
                  <a:pt x="54267" y="155297"/>
                  <a:pt x="54267" y="162801"/>
                </a:cubicBezTo>
                <a:lnTo>
                  <a:pt x="54267" y="189935"/>
                </a:lnTo>
                <a:cubicBezTo>
                  <a:pt x="54267" y="197439"/>
                  <a:pt x="48204" y="203501"/>
                  <a:pt x="40700" y="203501"/>
                </a:cubicBezTo>
                <a:lnTo>
                  <a:pt x="13567" y="203501"/>
                </a:lnTo>
                <a:cubicBezTo>
                  <a:pt x="6063" y="203501"/>
                  <a:pt x="0" y="197439"/>
                  <a:pt x="0" y="189935"/>
                </a:cubicBezTo>
                <a:lnTo>
                  <a:pt x="0" y="162801"/>
                </a:lnTo>
                <a:cubicBezTo>
                  <a:pt x="0" y="155297"/>
                  <a:pt x="6063" y="149234"/>
                  <a:pt x="13567" y="149234"/>
                </a:cubicBezTo>
                <a:lnTo>
                  <a:pt x="16958" y="149234"/>
                </a:lnTo>
                <a:lnTo>
                  <a:pt x="16958" y="125493"/>
                </a:lnTo>
                <a:cubicBezTo>
                  <a:pt x="16958" y="108619"/>
                  <a:pt x="30610" y="94967"/>
                  <a:pt x="47484" y="94967"/>
                </a:cubicBezTo>
                <a:lnTo>
                  <a:pt x="98359" y="94967"/>
                </a:lnTo>
                <a:lnTo>
                  <a:pt x="98359" y="67834"/>
                </a:lnTo>
                <a:lnTo>
                  <a:pt x="94967" y="67834"/>
                </a:lnTo>
                <a:cubicBezTo>
                  <a:pt x="87463" y="67834"/>
                  <a:pt x="81401" y="61771"/>
                  <a:pt x="81401" y="54267"/>
                </a:cubicBezTo>
                <a:lnTo>
                  <a:pt x="81401" y="27134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922540" y="4116612"/>
            <a:ext cx="5417662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2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โครงสร้างนี้ช่วยให้การนำเสนอมีลำดับขั้นตอนที่ตรงไปตรงมาและน่าเชื่อถือ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1">
            <a:off x="-1126850" y="-255426"/>
            <a:ext cx="2857500" cy="3810000"/>
          </a:xfrm>
          <a:custGeom>
            <a:avLst/>
            <a:gdLst/>
            <a:ahLst/>
            <a:cxnLst/>
            <a:rect l="l" t="t" r="r" b="b"/>
            <a:pathLst>
              <a:path w="2857500" h="3810000">
                <a:moveTo>
                  <a:pt x="0" y="0"/>
                </a:moveTo>
                <a:lnTo>
                  <a:pt x="2857500" y="0"/>
                </a:lnTo>
                <a:lnTo>
                  <a:pt x="2857500" y="3810000"/>
                </a:lnTo>
                <a:lnTo>
                  <a:pt x="0" y="38100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2077700" y="0"/>
            <a:ext cx="114300" cy="6858000"/>
          </a:xfrm>
          <a:custGeom>
            <a:avLst/>
            <a:gdLst/>
            <a:ahLst/>
            <a:cxnLst/>
            <a:rect l="l" t="t" r="r" b="b"/>
            <a:pathLst>
              <a:path w="114300" h="6858000">
                <a:moveTo>
                  <a:pt x="0" y="0"/>
                </a:moveTo>
                <a:lnTo>
                  <a:pt x="114300" y="0"/>
                </a:lnTo>
                <a:lnTo>
                  <a:pt x="1143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81000" y="381000"/>
            <a:ext cx="1952625" cy="457200"/>
          </a:xfrm>
          <a:custGeom>
            <a:avLst/>
            <a:gdLst/>
            <a:ahLst/>
            <a:cxnLst/>
            <a:rect l="l" t="t" r="r" b="b"/>
            <a:pathLst>
              <a:path w="1952625" h="457200">
                <a:moveTo>
                  <a:pt x="0" y="0"/>
                </a:moveTo>
                <a:lnTo>
                  <a:pt x="1952625" y="0"/>
                </a:lnTo>
                <a:lnTo>
                  <a:pt x="19526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09600" y="495300"/>
            <a:ext cx="1571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SPEAKING SKILLS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9906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เทคนิคการพูด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15240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000000">
                    <a:alpha val="7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เพิ่มความน่าเชื่อถือ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1000" y="2019300"/>
            <a:ext cx="3657600" cy="3390900"/>
          </a:xfrm>
          <a:custGeom>
            <a:avLst/>
            <a:gdLst/>
            <a:ahLst/>
            <a:cxnLst/>
            <a:rect l="l" t="t" r="r" b="b"/>
            <a:pathLst>
              <a:path w="3657600" h="3390900">
                <a:moveTo>
                  <a:pt x="0" y="0"/>
                </a:moveTo>
                <a:lnTo>
                  <a:pt x="3657600" y="0"/>
                </a:lnTo>
                <a:lnTo>
                  <a:pt x="3657600" y="3390900"/>
                </a:lnTo>
                <a:lnTo>
                  <a:pt x="0" y="33909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39490" y="1866900"/>
            <a:ext cx="11239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500" b="1" dirty="0">
                <a:solidFill>
                  <a:schemeClr val="bg1">
                    <a:lumMod val="65000"/>
                  </a:scheme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67200" y="2019300"/>
            <a:ext cx="3657600" cy="3390900"/>
          </a:xfrm>
          <a:custGeom>
            <a:avLst/>
            <a:gdLst/>
            <a:ahLst/>
            <a:cxnLst/>
            <a:rect l="l" t="t" r="r" b="b"/>
            <a:pathLst>
              <a:path w="3657600" h="3390900">
                <a:moveTo>
                  <a:pt x="0" y="0"/>
                </a:moveTo>
                <a:lnTo>
                  <a:pt x="3657600" y="0"/>
                </a:lnTo>
                <a:lnTo>
                  <a:pt x="3657600" y="3390900"/>
                </a:lnTo>
                <a:lnTo>
                  <a:pt x="0" y="33909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46645" y="1866900"/>
            <a:ext cx="1104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500" b="1" dirty="0">
                <a:solidFill>
                  <a:schemeClr val="bg1">
                    <a:lumMod val="65000"/>
                  </a:scheme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153400" y="2019300"/>
            <a:ext cx="3657600" cy="3390900"/>
          </a:xfrm>
          <a:custGeom>
            <a:avLst/>
            <a:gdLst/>
            <a:ahLst/>
            <a:cxnLst/>
            <a:rect l="l" t="t" r="r" b="b"/>
            <a:pathLst>
              <a:path w="3657600" h="3390900">
                <a:moveTo>
                  <a:pt x="0" y="0"/>
                </a:moveTo>
                <a:lnTo>
                  <a:pt x="3657600" y="0"/>
                </a:lnTo>
                <a:lnTo>
                  <a:pt x="3657600" y="3390900"/>
                </a:lnTo>
                <a:lnTo>
                  <a:pt x="0" y="33909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409045" y="1866900"/>
            <a:ext cx="10287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500" b="1" dirty="0">
                <a:solidFill>
                  <a:schemeClr val="bg1">
                    <a:lumMod val="65000"/>
                  </a:scheme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9600" y="22479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9625" y="240982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07156" y="0"/>
                </a:moveTo>
                <a:cubicBezTo>
                  <a:pt x="77577" y="0"/>
                  <a:pt x="53578" y="23999"/>
                  <a:pt x="53578" y="53578"/>
                </a:cubicBezTo>
                <a:lnTo>
                  <a:pt x="53578" y="125016"/>
                </a:lnTo>
                <a:cubicBezTo>
                  <a:pt x="53578" y="154595"/>
                  <a:pt x="77577" y="178594"/>
                  <a:pt x="107156" y="178594"/>
                </a:cubicBezTo>
                <a:cubicBezTo>
                  <a:pt x="136736" y="178594"/>
                  <a:pt x="160734" y="154595"/>
                  <a:pt x="160734" y="125016"/>
                </a:cubicBezTo>
                <a:lnTo>
                  <a:pt x="160734" y="53578"/>
                </a:lnTo>
                <a:cubicBezTo>
                  <a:pt x="160734" y="23999"/>
                  <a:pt x="136736" y="0"/>
                  <a:pt x="107156" y="0"/>
                </a:cubicBezTo>
                <a:close/>
                <a:moveTo>
                  <a:pt x="26789" y="102691"/>
                </a:moveTo>
                <a:cubicBezTo>
                  <a:pt x="26789" y="95269"/>
                  <a:pt x="20817" y="89297"/>
                  <a:pt x="13395" y="89297"/>
                </a:cubicBezTo>
                <a:cubicBezTo>
                  <a:pt x="5972" y="89297"/>
                  <a:pt x="0" y="95269"/>
                  <a:pt x="0" y="102691"/>
                </a:cubicBezTo>
                <a:lnTo>
                  <a:pt x="0" y="125016"/>
                </a:lnTo>
                <a:cubicBezTo>
                  <a:pt x="0" y="179654"/>
                  <a:pt x="40909" y="224749"/>
                  <a:pt x="93762" y="231335"/>
                </a:cubicBezTo>
                <a:lnTo>
                  <a:pt x="93762" y="258961"/>
                </a:lnTo>
                <a:lnTo>
                  <a:pt x="66973" y="258961"/>
                </a:lnTo>
                <a:cubicBezTo>
                  <a:pt x="59550" y="258961"/>
                  <a:pt x="53578" y="264933"/>
                  <a:pt x="53578" y="272355"/>
                </a:cubicBezTo>
                <a:cubicBezTo>
                  <a:pt x="53578" y="279778"/>
                  <a:pt x="59550" y="285750"/>
                  <a:pt x="66973" y="285750"/>
                </a:cubicBezTo>
                <a:lnTo>
                  <a:pt x="147340" y="285750"/>
                </a:lnTo>
                <a:cubicBezTo>
                  <a:pt x="154763" y="285750"/>
                  <a:pt x="160734" y="279778"/>
                  <a:pt x="160734" y="272355"/>
                </a:cubicBezTo>
                <a:cubicBezTo>
                  <a:pt x="160734" y="264933"/>
                  <a:pt x="154763" y="258961"/>
                  <a:pt x="147340" y="258961"/>
                </a:cubicBezTo>
                <a:lnTo>
                  <a:pt x="120551" y="258961"/>
                </a:lnTo>
                <a:lnTo>
                  <a:pt x="120551" y="231335"/>
                </a:lnTo>
                <a:cubicBezTo>
                  <a:pt x="173403" y="224749"/>
                  <a:pt x="214313" y="179654"/>
                  <a:pt x="214313" y="125016"/>
                </a:cubicBezTo>
                <a:lnTo>
                  <a:pt x="214313" y="102691"/>
                </a:lnTo>
                <a:cubicBezTo>
                  <a:pt x="214313" y="95269"/>
                  <a:pt x="208341" y="89297"/>
                  <a:pt x="200918" y="89297"/>
                </a:cubicBezTo>
                <a:cubicBezTo>
                  <a:pt x="193495" y="89297"/>
                  <a:pt x="187523" y="95269"/>
                  <a:pt x="187523" y="102691"/>
                </a:cubicBezTo>
                <a:lnTo>
                  <a:pt x="187523" y="125016"/>
                </a:lnTo>
                <a:cubicBezTo>
                  <a:pt x="187523" y="169385"/>
                  <a:pt x="151526" y="205383"/>
                  <a:pt x="107156" y="205383"/>
                </a:cubicBezTo>
                <a:cubicBezTo>
                  <a:pt x="62787" y="205383"/>
                  <a:pt x="26789" y="169385"/>
                  <a:pt x="26789" y="125016"/>
                </a:cubicBezTo>
                <a:lnTo>
                  <a:pt x="26789" y="102691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9600" y="3009900"/>
            <a:ext cx="331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ชัดเจน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9600" y="3390779"/>
            <a:ext cx="3295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Clarity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9600" y="3771779"/>
            <a:ext cx="3200400" cy="457200"/>
          </a:xfrm>
          <a:custGeom>
            <a:avLst/>
            <a:gdLst/>
            <a:ahLst/>
            <a:cxnLst/>
            <a:rect l="l" t="t" r="r" b="b"/>
            <a:pathLst>
              <a:path w="3200400" h="457200">
                <a:moveTo>
                  <a:pt x="0" y="0"/>
                </a:moveTo>
                <a:lnTo>
                  <a:pt x="3200400" y="0"/>
                </a:lnTo>
                <a:lnTo>
                  <a:pt x="32004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23900" y="3886079"/>
            <a:ext cx="304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พูดช้า ๆ ชัด ๆ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8175" y="4381379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76300" y="4343279"/>
            <a:ext cx="100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ออกเสียงให้ชัด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8175" y="4686179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76300" y="4648079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หลีกเลี่ยงศัพท์เทคนิค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8175" y="4990979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76300" y="4952879"/>
            <a:ext cx="95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ใช้ภาษาง่าย ๆ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95800" y="22479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60106" y="24098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79722" y="42472"/>
                </a:moveTo>
                <a:cubicBezTo>
                  <a:pt x="285917" y="38398"/>
                  <a:pt x="287648" y="30138"/>
                  <a:pt x="283573" y="23943"/>
                </a:cubicBezTo>
                <a:cubicBezTo>
                  <a:pt x="279499" y="17748"/>
                  <a:pt x="271239" y="16018"/>
                  <a:pt x="265044" y="20092"/>
                </a:cubicBezTo>
                <a:lnTo>
                  <a:pt x="206611" y="58322"/>
                </a:lnTo>
                <a:cubicBezTo>
                  <a:pt x="187412" y="55085"/>
                  <a:pt x="165757" y="53578"/>
                  <a:pt x="142875" y="53578"/>
                </a:cubicBezTo>
                <a:cubicBezTo>
                  <a:pt x="63959" y="53578"/>
                  <a:pt x="0" y="71438"/>
                  <a:pt x="0" y="116086"/>
                </a:cubicBezTo>
                <a:lnTo>
                  <a:pt x="0" y="205383"/>
                </a:lnTo>
                <a:cubicBezTo>
                  <a:pt x="0" y="222852"/>
                  <a:pt x="15292" y="238199"/>
                  <a:pt x="40184" y="249306"/>
                </a:cubicBezTo>
                <a:lnTo>
                  <a:pt x="40184" y="191988"/>
                </a:lnTo>
                <a:cubicBezTo>
                  <a:pt x="40184" y="184565"/>
                  <a:pt x="46155" y="178594"/>
                  <a:pt x="53578" y="178594"/>
                </a:cubicBezTo>
                <a:cubicBezTo>
                  <a:pt x="61001" y="178594"/>
                  <a:pt x="66973" y="184565"/>
                  <a:pt x="66973" y="191988"/>
                </a:cubicBezTo>
                <a:lnTo>
                  <a:pt x="66973" y="258626"/>
                </a:lnTo>
                <a:cubicBezTo>
                  <a:pt x="85390" y="263593"/>
                  <a:pt x="106654" y="266719"/>
                  <a:pt x="129480" y="267612"/>
                </a:cubicBezTo>
                <a:lnTo>
                  <a:pt x="129480" y="209848"/>
                </a:lnTo>
                <a:cubicBezTo>
                  <a:pt x="129480" y="202425"/>
                  <a:pt x="135452" y="196453"/>
                  <a:pt x="142875" y="196453"/>
                </a:cubicBezTo>
                <a:cubicBezTo>
                  <a:pt x="150298" y="196453"/>
                  <a:pt x="156270" y="202425"/>
                  <a:pt x="156270" y="209848"/>
                </a:cubicBezTo>
                <a:lnTo>
                  <a:pt x="156270" y="267612"/>
                </a:lnTo>
                <a:cubicBezTo>
                  <a:pt x="179096" y="266719"/>
                  <a:pt x="200360" y="263593"/>
                  <a:pt x="218777" y="258626"/>
                </a:cubicBezTo>
                <a:lnTo>
                  <a:pt x="218777" y="191988"/>
                </a:lnTo>
                <a:cubicBezTo>
                  <a:pt x="218777" y="184565"/>
                  <a:pt x="224749" y="178594"/>
                  <a:pt x="232172" y="178594"/>
                </a:cubicBezTo>
                <a:cubicBezTo>
                  <a:pt x="239595" y="178594"/>
                  <a:pt x="245566" y="184565"/>
                  <a:pt x="245566" y="191988"/>
                </a:cubicBezTo>
                <a:lnTo>
                  <a:pt x="245566" y="249306"/>
                </a:lnTo>
                <a:cubicBezTo>
                  <a:pt x="270458" y="238199"/>
                  <a:pt x="285750" y="222852"/>
                  <a:pt x="285750" y="205383"/>
                </a:cubicBezTo>
                <a:lnTo>
                  <a:pt x="285750" y="116086"/>
                </a:lnTo>
                <a:cubicBezTo>
                  <a:pt x="285750" y="93148"/>
                  <a:pt x="268895" y="77298"/>
                  <a:pt x="241771" y="67308"/>
                </a:cubicBezTo>
                <a:lnTo>
                  <a:pt x="279667" y="42472"/>
                </a:lnTo>
                <a:close/>
                <a:moveTo>
                  <a:pt x="171562" y="81260"/>
                </a:moveTo>
                <a:lnTo>
                  <a:pt x="135508" y="104868"/>
                </a:lnTo>
                <a:cubicBezTo>
                  <a:pt x="129313" y="108942"/>
                  <a:pt x="127583" y="117202"/>
                  <a:pt x="131657" y="123397"/>
                </a:cubicBezTo>
                <a:cubicBezTo>
                  <a:pt x="135731" y="129592"/>
                  <a:pt x="143991" y="131322"/>
                  <a:pt x="150186" y="127248"/>
                </a:cubicBezTo>
                <a:lnTo>
                  <a:pt x="212192" y="86618"/>
                </a:lnTo>
                <a:cubicBezTo>
                  <a:pt x="220396" y="88404"/>
                  <a:pt x="227763" y="90525"/>
                  <a:pt x="234181" y="93036"/>
                </a:cubicBezTo>
                <a:cubicBezTo>
                  <a:pt x="255836" y="101464"/>
                  <a:pt x="258961" y="110114"/>
                  <a:pt x="258961" y="116086"/>
                </a:cubicBezTo>
                <a:cubicBezTo>
                  <a:pt x="258961" y="116532"/>
                  <a:pt x="257454" y="125685"/>
                  <a:pt x="233288" y="136122"/>
                </a:cubicBezTo>
                <a:cubicBezTo>
                  <a:pt x="211578" y="145498"/>
                  <a:pt x="179710" y="151805"/>
                  <a:pt x="142875" y="151805"/>
                </a:cubicBezTo>
                <a:cubicBezTo>
                  <a:pt x="106040" y="151805"/>
                  <a:pt x="74172" y="145498"/>
                  <a:pt x="52462" y="136122"/>
                </a:cubicBezTo>
                <a:cubicBezTo>
                  <a:pt x="28296" y="125685"/>
                  <a:pt x="26789" y="116532"/>
                  <a:pt x="26789" y="116086"/>
                </a:cubicBezTo>
                <a:cubicBezTo>
                  <a:pt x="26789" y="110170"/>
                  <a:pt x="29914" y="101464"/>
                  <a:pt x="51569" y="93036"/>
                </a:cubicBezTo>
                <a:cubicBezTo>
                  <a:pt x="72944" y="84720"/>
                  <a:pt x="104812" y="80367"/>
                  <a:pt x="142875" y="80367"/>
                </a:cubicBezTo>
                <a:cubicBezTo>
                  <a:pt x="152921" y="80367"/>
                  <a:pt x="162465" y="80646"/>
                  <a:pt x="171562" y="81260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495800" y="3009900"/>
            <a:ext cx="331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จังหวะ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95800" y="3390779"/>
            <a:ext cx="3295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Pacing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95800" y="3771779"/>
            <a:ext cx="3200400" cy="457200"/>
          </a:xfrm>
          <a:custGeom>
            <a:avLst/>
            <a:gdLst/>
            <a:ahLst/>
            <a:cxnLst/>
            <a:rect l="l" t="t" r="r" b="b"/>
            <a:pathLst>
              <a:path w="3200400" h="457200">
                <a:moveTo>
                  <a:pt x="0" y="0"/>
                </a:moveTo>
                <a:lnTo>
                  <a:pt x="3200400" y="0"/>
                </a:lnTo>
                <a:lnTo>
                  <a:pt x="32004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10100" y="3886079"/>
            <a:ext cx="304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หยุดให้เป็นจังหวะ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524375" y="4381379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62500" y="4343279"/>
            <a:ext cx="1209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หยุดก่อนข้อสำคัญ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24375" y="4686179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62500" y="4648079"/>
            <a:ext cx="1057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หยุดหลังคำถาม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24375" y="4990979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62500" y="4952879"/>
            <a:ext cx="657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ไม่รีบร้อน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82000" y="22479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528447" y="24098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60734" y="17859"/>
                </a:moveTo>
                <a:cubicBezTo>
                  <a:pt x="115639" y="17859"/>
                  <a:pt x="79530" y="38398"/>
                  <a:pt x="53243" y="62843"/>
                </a:cubicBezTo>
                <a:cubicBezTo>
                  <a:pt x="27124" y="87120"/>
                  <a:pt x="9655" y="116086"/>
                  <a:pt x="1339" y="136010"/>
                </a:cubicBezTo>
                <a:cubicBezTo>
                  <a:pt x="-502" y="140419"/>
                  <a:pt x="-502" y="145331"/>
                  <a:pt x="1339" y="149740"/>
                </a:cubicBezTo>
                <a:cubicBezTo>
                  <a:pt x="9655" y="169664"/>
                  <a:pt x="27124" y="198686"/>
                  <a:pt x="53243" y="222907"/>
                </a:cubicBezTo>
                <a:cubicBezTo>
                  <a:pt x="79530" y="247297"/>
                  <a:pt x="115639" y="267891"/>
                  <a:pt x="160734" y="267891"/>
                </a:cubicBezTo>
                <a:cubicBezTo>
                  <a:pt x="205829" y="267891"/>
                  <a:pt x="241939" y="247352"/>
                  <a:pt x="268225" y="222907"/>
                </a:cubicBezTo>
                <a:cubicBezTo>
                  <a:pt x="294345" y="198630"/>
                  <a:pt x="311814" y="169664"/>
                  <a:pt x="320129" y="149740"/>
                </a:cubicBezTo>
                <a:cubicBezTo>
                  <a:pt x="321971" y="145331"/>
                  <a:pt x="321971" y="140419"/>
                  <a:pt x="320129" y="136010"/>
                </a:cubicBezTo>
                <a:cubicBezTo>
                  <a:pt x="311814" y="116086"/>
                  <a:pt x="294345" y="87064"/>
                  <a:pt x="268225" y="62843"/>
                </a:cubicBezTo>
                <a:cubicBezTo>
                  <a:pt x="241939" y="38453"/>
                  <a:pt x="205829" y="17859"/>
                  <a:pt x="160734" y="17859"/>
                </a:cubicBezTo>
                <a:close/>
                <a:moveTo>
                  <a:pt x="80367" y="142875"/>
                </a:moveTo>
                <a:cubicBezTo>
                  <a:pt x="80367" y="98519"/>
                  <a:pt x="116379" y="62508"/>
                  <a:pt x="160734" y="62508"/>
                </a:cubicBezTo>
                <a:cubicBezTo>
                  <a:pt x="205090" y="62508"/>
                  <a:pt x="241102" y="98519"/>
                  <a:pt x="241102" y="142875"/>
                </a:cubicBezTo>
                <a:cubicBezTo>
                  <a:pt x="241102" y="187231"/>
                  <a:pt x="205090" y="223242"/>
                  <a:pt x="160734" y="223242"/>
                </a:cubicBezTo>
                <a:cubicBezTo>
                  <a:pt x="116379" y="223242"/>
                  <a:pt x="80367" y="187231"/>
                  <a:pt x="80367" y="142875"/>
                </a:cubicBezTo>
                <a:close/>
                <a:moveTo>
                  <a:pt x="160734" y="107156"/>
                </a:moveTo>
                <a:cubicBezTo>
                  <a:pt x="160734" y="126857"/>
                  <a:pt x="144717" y="142875"/>
                  <a:pt x="125016" y="142875"/>
                </a:cubicBezTo>
                <a:cubicBezTo>
                  <a:pt x="118597" y="142875"/>
                  <a:pt x="112570" y="141201"/>
                  <a:pt x="107324" y="138187"/>
                </a:cubicBezTo>
                <a:cubicBezTo>
                  <a:pt x="106766" y="144270"/>
                  <a:pt x="107268" y="150521"/>
                  <a:pt x="108942" y="156716"/>
                </a:cubicBezTo>
                <a:cubicBezTo>
                  <a:pt x="116588" y="185291"/>
                  <a:pt x="146000" y="202257"/>
                  <a:pt x="174575" y="194611"/>
                </a:cubicBezTo>
                <a:cubicBezTo>
                  <a:pt x="203150" y="186965"/>
                  <a:pt x="220117" y="157553"/>
                  <a:pt x="212471" y="128978"/>
                </a:cubicBezTo>
                <a:cubicBezTo>
                  <a:pt x="205662" y="103473"/>
                  <a:pt x="181496" y="87232"/>
                  <a:pt x="156046" y="89464"/>
                </a:cubicBezTo>
                <a:cubicBezTo>
                  <a:pt x="159004" y="94655"/>
                  <a:pt x="160734" y="100682"/>
                  <a:pt x="160734" y="107156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382000" y="3009900"/>
            <a:ext cx="331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สบตา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382000" y="3390779"/>
            <a:ext cx="3295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Eye Contact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82000" y="3771779"/>
            <a:ext cx="3200400" cy="457200"/>
          </a:xfrm>
          <a:custGeom>
            <a:avLst/>
            <a:gdLst/>
            <a:ahLst/>
            <a:cxnLst/>
            <a:rect l="l" t="t" r="r" b="b"/>
            <a:pathLst>
              <a:path w="3200400" h="457200">
                <a:moveTo>
                  <a:pt x="0" y="0"/>
                </a:moveTo>
                <a:lnTo>
                  <a:pt x="3200400" y="0"/>
                </a:lnTo>
                <a:lnTo>
                  <a:pt x="32004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496300" y="3886079"/>
            <a:ext cx="304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สบตาผู้ฟัง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410575" y="4381379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648700" y="4343279"/>
            <a:ext cx="97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มองทั่วทั้งห้อง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410575" y="4686179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648700" y="4648079"/>
            <a:ext cx="1123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อย่ามองแต่สไลด์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410575" y="4990979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648700" y="4952879"/>
            <a:ext cx="1057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เชื่อมต่อกับผู้ฟัง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81000" y="5638679"/>
            <a:ext cx="11430000" cy="666750"/>
          </a:xfrm>
          <a:custGeom>
            <a:avLst/>
            <a:gdLst/>
            <a:ahLst/>
            <a:cxnLst/>
            <a:rect l="l" t="t" r="r" b="b"/>
            <a:pathLst>
              <a:path w="11430000" h="666750">
                <a:moveTo>
                  <a:pt x="0" y="0"/>
                </a:moveTo>
                <a:lnTo>
                  <a:pt x="11430000" y="0"/>
                </a:lnTo>
                <a:lnTo>
                  <a:pt x="1143000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91741" y="5829179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72734" y="-10548"/>
                </a:moveTo>
                <a:cubicBezTo>
                  <a:pt x="170445" y="-15013"/>
                  <a:pt x="165813" y="-17859"/>
                  <a:pt x="160790" y="-17859"/>
                </a:cubicBezTo>
                <a:cubicBezTo>
                  <a:pt x="155767" y="-17859"/>
                  <a:pt x="151135" y="-15013"/>
                  <a:pt x="148847" y="-10548"/>
                </a:cubicBezTo>
                <a:lnTo>
                  <a:pt x="107770" y="69931"/>
                </a:lnTo>
                <a:lnTo>
                  <a:pt x="18529" y="84106"/>
                </a:lnTo>
                <a:cubicBezTo>
                  <a:pt x="13562" y="84888"/>
                  <a:pt x="9432" y="88404"/>
                  <a:pt x="7869" y="93204"/>
                </a:cubicBezTo>
                <a:cubicBezTo>
                  <a:pt x="6307" y="98003"/>
                  <a:pt x="7590" y="103250"/>
                  <a:pt x="11106" y="106821"/>
                </a:cubicBezTo>
                <a:lnTo>
                  <a:pt x="74954" y="170724"/>
                </a:lnTo>
                <a:lnTo>
                  <a:pt x="60889" y="259966"/>
                </a:lnTo>
                <a:cubicBezTo>
                  <a:pt x="60108" y="264933"/>
                  <a:pt x="62173" y="269956"/>
                  <a:pt x="66247" y="272914"/>
                </a:cubicBezTo>
                <a:cubicBezTo>
                  <a:pt x="70321" y="275872"/>
                  <a:pt x="75679" y="276318"/>
                  <a:pt x="80200" y="274030"/>
                </a:cubicBezTo>
                <a:lnTo>
                  <a:pt x="160790" y="233065"/>
                </a:lnTo>
                <a:lnTo>
                  <a:pt x="241325" y="274030"/>
                </a:lnTo>
                <a:cubicBezTo>
                  <a:pt x="245790" y="276318"/>
                  <a:pt x="251203" y="275872"/>
                  <a:pt x="255277" y="272914"/>
                </a:cubicBezTo>
                <a:cubicBezTo>
                  <a:pt x="259352" y="269956"/>
                  <a:pt x="261417" y="264988"/>
                  <a:pt x="260635" y="259966"/>
                </a:cubicBezTo>
                <a:lnTo>
                  <a:pt x="246515" y="170724"/>
                </a:lnTo>
                <a:lnTo>
                  <a:pt x="310362" y="106821"/>
                </a:lnTo>
                <a:cubicBezTo>
                  <a:pt x="313934" y="103250"/>
                  <a:pt x="315162" y="98003"/>
                  <a:pt x="313599" y="93204"/>
                </a:cubicBezTo>
                <a:cubicBezTo>
                  <a:pt x="312037" y="88404"/>
                  <a:pt x="307963" y="84888"/>
                  <a:pt x="302940" y="84106"/>
                </a:cubicBezTo>
                <a:lnTo>
                  <a:pt x="213754" y="69931"/>
                </a:lnTo>
                <a:lnTo>
                  <a:pt x="172734" y="-10548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081088" y="5838704"/>
            <a:ext cx="4467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ทักษะการนำเสนอมีผลต่อความน่าเชื่อถือไม่ต่างจากเนื้อหา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1">
            <a:off x="9147739" y="703724"/>
            <a:ext cx="3810000" cy="4762500"/>
          </a:xfrm>
          <a:custGeom>
            <a:avLst/>
            <a:gdLst/>
            <a:ahLst/>
            <a:cxnLst/>
            <a:rect l="l" t="t" r="r" b="b"/>
            <a:pathLst>
              <a:path w="3810000" h="4762500">
                <a:moveTo>
                  <a:pt x="0" y="0"/>
                </a:moveTo>
                <a:lnTo>
                  <a:pt x="3810000" y="0"/>
                </a:lnTo>
                <a:lnTo>
                  <a:pt x="3810000" y="4762500"/>
                </a:lnTo>
                <a:lnTo>
                  <a:pt x="0" y="47625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81800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0" y="0"/>
                </a:moveTo>
                <a:lnTo>
                  <a:pt x="12192000" y="0"/>
                </a:lnTo>
                <a:lnTo>
                  <a:pt x="12192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81000" y="381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59594" y="571500"/>
            <a:ext cx="57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95400" y="40005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Q&amp;A PREPARATION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95400" y="666750"/>
            <a:ext cx="266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เตรียม Q&amp;A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1000" y="1371600"/>
            <a:ext cx="11430000" cy="2390775"/>
          </a:xfrm>
          <a:custGeom>
            <a:avLst/>
            <a:gdLst/>
            <a:ahLst/>
            <a:cxnLst/>
            <a:rect l="l" t="t" r="r" b="b"/>
            <a:pathLst>
              <a:path w="11430000" h="2390775">
                <a:moveTo>
                  <a:pt x="0" y="0"/>
                </a:moveTo>
                <a:lnTo>
                  <a:pt x="11430000" y="0"/>
                </a:lnTo>
                <a:lnTo>
                  <a:pt x="11430000" y="2390775"/>
                </a:lnTo>
                <a:lnTo>
                  <a:pt x="0" y="23907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09600" y="1600200"/>
            <a:ext cx="11087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5 คำถามยากที่ต้องเตรียม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" y="2133479"/>
            <a:ext cx="2076450" cy="1400175"/>
          </a:xfrm>
          <a:custGeom>
            <a:avLst/>
            <a:gdLst/>
            <a:ahLst/>
            <a:cxnLst/>
            <a:rect l="l" t="t" r="r" b="b"/>
            <a:pathLst>
              <a:path w="2076450" h="1400175">
                <a:moveTo>
                  <a:pt x="0" y="0"/>
                </a:moveTo>
                <a:lnTo>
                  <a:pt x="2076450" y="0"/>
                </a:lnTo>
                <a:lnTo>
                  <a:pt x="2076450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417320" y="228587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21262" y="2362079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3900" y="2857379"/>
            <a:ext cx="1847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ต้นทุนเท่าไหร่?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8663" y="3162179"/>
            <a:ext cx="1838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1E6">
                    <a:alpha val="8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Cost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842260" y="2141099"/>
            <a:ext cx="2053590" cy="1386840"/>
          </a:xfrm>
          <a:custGeom>
            <a:avLst/>
            <a:gdLst/>
            <a:ahLst/>
            <a:cxnLst/>
            <a:rect l="l" t="t" r="r" b="b"/>
            <a:pathLst>
              <a:path w="2053590" h="1386840">
                <a:moveTo>
                  <a:pt x="0" y="0"/>
                </a:moveTo>
                <a:lnTo>
                  <a:pt x="2053590" y="0"/>
                </a:lnTo>
                <a:lnTo>
                  <a:pt x="2053590" y="1386840"/>
                </a:lnTo>
                <a:lnTo>
                  <a:pt x="0" y="1386840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 w="2032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42360" y="2301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46302" y="2377325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964180" y="2872625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ทำได้จริงหรือ?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968943" y="3177425"/>
            <a:ext cx="1800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000000">
                    <a:alpha val="7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Feasibility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59680" y="2133479"/>
            <a:ext cx="2076450" cy="1400175"/>
          </a:xfrm>
          <a:custGeom>
            <a:avLst/>
            <a:gdLst/>
            <a:ahLst/>
            <a:cxnLst/>
            <a:rect l="l" t="t" r="r" b="b"/>
            <a:pathLst>
              <a:path w="2076450" h="1400175">
                <a:moveTo>
                  <a:pt x="0" y="0"/>
                </a:moveTo>
                <a:lnTo>
                  <a:pt x="2076450" y="0"/>
                </a:lnTo>
                <a:lnTo>
                  <a:pt x="2076450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867400" y="228587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71342" y="2362079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73980" y="2857379"/>
            <a:ext cx="1847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ใครได้ประโยชน์?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78743" y="3162179"/>
            <a:ext cx="1838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1E6">
                    <a:alpha val="8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Equity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292340" y="2141099"/>
            <a:ext cx="2053590" cy="1386840"/>
          </a:xfrm>
          <a:custGeom>
            <a:avLst/>
            <a:gdLst/>
            <a:ahLst/>
            <a:cxnLst/>
            <a:rect l="l" t="t" r="r" b="b"/>
            <a:pathLst>
              <a:path w="2053590" h="1386840">
                <a:moveTo>
                  <a:pt x="0" y="0"/>
                </a:moveTo>
                <a:lnTo>
                  <a:pt x="2053590" y="0"/>
                </a:lnTo>
                <a:lnTo>
                  <a:pt x="2053590" y="1386840"/>
                </a:lnTo>
                <a:lnTo>
                  <a:pt x="0" y="1386840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 w="203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092440" y="2301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196382" y="2377325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14260" y="2872625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มีหลักฐานอะไร?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19023" y="3177425"/>
            <a:ext cx="1800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000000">
                    <a:alpha val="7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Evidence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509760" y="2133479"/>
            <a:ext cx="2076450" cy="1400175"/>
          </a:xfrm>
          <a:custGeom>
            <a:avLst/>
            <a:gdLst/>
            <a:ahLst/>
            <a:cxnLst/>
            <a:rect l="l" t="t" r="r" b="b"/>
            <a:pathLst>
              <a:path w="2076450" h="1400175">
                <a:moveTo>
                  <a:pt x="0" y="0"/>
                </a:moveTo>
                <a:lnTo>
                  <a:pt x="2076450" y="0"/>
                </a:lnTo>
                <a:lnTo>
                  <a:pt x="2076450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317481" y="228587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421422" y="2362079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624060" y="2857379"/>
            <a:ext cx="1847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ใครจะรับผิดชอบ?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628823" y="3162179"/>
            <a:ext cx="1838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1E6">
                    <a:alpha val="8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Accountability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00050" y="4011811"/>
            <a:ext cx="5600700" cy="2362200"/>
          </a:xfrm>
          <a:custGeom>
            <a:avLst/>
            <a:gdLst/>
            <a:ahLst/>
            <a:cxnLst/>
            <a:rect l="l" t="t" r="r" b="b"/>
            <a:pathLst>
              <a:path w="5600700" h="2362200">
                <a:moveTo>
                  <a:pt x="0" y="0"/>
                </a:moveTo>
                <a:lnTo>
                  <a:pt x="5600700" y="0"/>
                </a:lnTo>
                <a:lnTo>
                  <a:pt x="56007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 w="508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57225" y="4259461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15863" y="11906"/>
                </a:moveTo>
                <a:lnTo>
                  <a:pt x="119063" y="11906"/>
                </a:lnTo>
                <a:cubicBezTo>
                  <a:pt x="132197" y="11906"/>
                  <a:pt x="142875" y="22585"/>
                  <a:pt x="142875" y="35719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27012" y="11906"/>
                </a:lnTo>
                <a:cubicBezTo>
                  <a:pt x="31105" y="4800"/>
                  <a:pt x="38807" y="0"/>
                  <a:pt x="47625" y="0"/>
                </a:cubicBezTo>
                <a:lnTo>
                  <a:pt x="95250" y="0"/>
                </a:lnTo>
                <a:cubicBezTo>
                  <a:pt x="104068" y="0"/>
                  <a:pt x="111770" y="4800"/>
                  <a:pt x="115863" y="11906"/>
                </a:cubicBezTo>
                <a:close/>
                <a:moveTo>
                  <a:pt x="92273" y="41672"/>
                </a:moveTo>
                <a:cubicBezTo>
                  <a:pt x="97222" y="41672"/>
                  <a:pt x="101203" y="37691"/>
                  <a:pt x="101203" y="32742"/>
                </a:cubicBezTo>
                <a:cubicBezTo>
                  <a:pt x="101203" y="27794"/>
                  <a:pt x="97222" y="23812"/>
                  <a:pt x="92273" y="23812"/>
                </a:cubicBezTo>
                <a:lnTo>
                  <a:pt x="50602" y="23812"/>
                </a:lnTo>
                <a:cubicBezTo>
                  <a:pt x="45653" y="23812"/>
                  <a:pt x="41672" y="27794"/>
                  <a:pt x="41672" y="32742"/>
                </a:cubicBezTo>
                <a:cubicBezTo>
                  <a:pt x="41672" y="37691"/>
                  <a:pt x="45653" y="41672"/>
                  <a:pt x="50602" y="41672"/>
                </a:cubicBezTo>
                <a:lnTo>
                  <a:pt x="92273" y="41672"/>
                </a:lnTo>
                <a:close/>
                <a:moveTo>
                  <a:pt x="47625" y="95250"/>
                </a:move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ubicBezTo>
                  <a:pt x="42290" y="107156"/>
                  <a:pt x="47625" y="101821"/>
                  <a:pt x="47625" y="95250"/>
                </a:cubicBezTo>
                <a:close/>
                <a:moveTo>
                  <a:pt x="59531" y="95250"/>
                </a:moveTo>
                <a:cubicBezTo>
                  <a:pt x="59531" y="100199"/>
                  <a:pt x="63512" y="104180"/>
                  <a:pt x="68461" y="104180"/>
                </a:cubicBezTo>
                <a:lnTo>
                  <a:pt x="110133" y="104180"/>
                </a:lnTo>
                <a:cubicBezTo>
                  <a:pt x="115081" y="104180"/>
                  <a:pt x="119063" y="100199"/>
                  <a:pt x="119063" y="95250"/>
                </a:cubicBezTo>
                <a:cubicBezTo>
                  <a:pt x="119063" y="90301"/>
                  <a:pt x="115081" y="86320"/>
                  <a:pt x="110133" y="86320"/>
                </a:cubicBezTo>
                <a:lnTo>
                  <a:pt x="68461" y="86320"/>
                </a:lnTo>
                <a:cubicBezTo>
                  <a:pt x="63512" y="86320"/>
                  <a:pt x="59531" y="90301"/>
                  <a:pt x="59531" y="95250"/>
                </a:cubicBezTo>
                <a:close/>
                <a:moveTo>
                  <a:pt x="59531" y="142875"/>
                </a:moveTo>
                <a:cubicBezTo>
                  <a:pt x="59531" y="147824"/>
                  <a:pt x="63512" y="151805"/>
                  <a:pt x="68461" y="151805"/>
                </a:cubicBezTo>
                <a:lnTo>
                  <a:pt x="110133" y="151805"/>
                </a:lnTo>
                <a:cubicBezTo>
                  <a:pt x="115081" y="151805"/>
                  <a:pt x="119063" y="147824"/>
                  <a:pt x="119063" y="142875"/>
                </a:cubicBezTo>
                <a:cubicBezTo>
                  <a:pt x="119063" y="137926"/>
                  <a:pt x="115081" y="133945"/>
                  <a:pt x="110133" y="133945"/>
                </a:cubicBezTo>
                <a:lnTo>
                  <a:pt x="68461" y="133945"/>
                </a:lnTo>
                <a:cubicBezTo>
                  <a:pt x="63512" y="133945"/>
                  <a:pt x="59531" y="137926"/>
                  <a:pt x="59531" y="142875"/>
                </a:cubicBezTo>
                <a:close/>
                <a:moveTo>
                  <a:pt x="35719" y="154781"/>
                </a:moveTo>
                <a:cubicBezTo>
                  <a:pt x="42290" y="154781"/>
                  <a:pt x="47625" y="149446"/>
                  <a:pt x="47625" y="142875"/>
                </a:cubicBezTo>
                <a:cubicBezTo>
                  <a:pt x="47625" y="136304"/>
                  <a:pt x="42290" y="130969"/>
                  <a:pt x="35719" y="130969"/>
                </a:cubicBezTo>
                <a:cubicBezTo>
                  <a:pt x="29148" y="130969"/>
                  <a:pt x="23812" y="136304"/>
                  <a:pt x="23812" y="142875"/>
                </a:cubicBezTo>
                <a:cubicBezTo>
                  <a:pt x="23812" y="149446"/>
                  <a:pt x="29148" y="154781"/>
                  <a:pt x="35719" y="154781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47725" y="4221361"/>
            <a:ext cx="503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วิธีการเตรียม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09600" y="467856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16994" y="4716661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28700" y="4640461"/>
            <a:ext cx="1685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ระบุคำถามที่อาจถูกถาม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28700" y="4869061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0000">
                    <a:alpha val="7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คิดจากมุมมองผู้ฟัง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09600" y="521196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16994" y="5250061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28700" y="5173861"/>
            <a:ext cx="1990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เตรียมคำตอบพร้อมหลักฐาน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28700" y="5402461"/>
            <a:ext cx="198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0000">
                    <a:alpha val="7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ข้อมูลสนับสนุนที่ชัดเจน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09600" y="574536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16994" y="5783461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3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28700" y="5707261"/>
            <a:ext cx="120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ฝึกตอบคำถาม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28700" y="5935861"/>
            <a:ext cx="119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0000">
                    <a:alpha val="7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ซ้อมกับเพื่อนร่วมงาน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248400" y="3992761"/>
            <a:ext cx="5562600" cy="2400300"/>
          </a:xfrm>
          <a:custGeom>
            <a:avLst/>
            <a:gdLst/>
            <a:ahLst/>
            <a:cxnLst/>
            <a:rect l="l" t="t" r="r" b="b"/>
            <a:pathLst>
              <a:path w="5562600" h="2400300">
                <a:moveTo>
                  <a:pt x="0" y="0"/>
                </a:moveTo>
                <a:lnTo>
                  <a:pt x="5562600" y="0"/>
                </a:lnTo>
                <a:lnTo>
                  <a:pt x="55626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462713" y="422136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50602"/>
                </a:moveTo>
                <a:cubicBezTo>
                  <a:pt x="100199" y="50602"/>
                  <a:pt x="104180" y="54583"/>
                  <a:pt x="104180" y="59531"/>
                </a:cubicBezTo>
                <a:lnTo>
                  <a:pt x="104180" y="101203"/>
                </a:lnTo>
                <a:cubicBezTo>
                  <a:pt x="104180" y="106152"/>
                  <a:pt x="100199" y="110133"/>
                  <a:pt x="95250" y="110133"/>
                </a:cubicBezTo>
                <a:cubicBezTo>
                  <a:pt x="90301" y="110133"/>
                  <a:pt x="86320" y="106152"/>
                  <a:pt x="86320" y="101203"/>
                </a:cubicBezTo>
                <a:lnTo>
                  <a:pt x="86320" y="59531"/>
                </a:lnTo>
                <a:cubicBezTo>
                  <a:pt x="86320" y="54583"/>
                  <a:pt x="90301" y="50602"/>
                  <a:pt x="95250" y="50602"/>
                </a:cubicBezTo>
                <a:close/>
                <a:moveTo>
                  <a:pt x="85316" y="130969"/>
                </a:moveTo>
                <a:cubicBezTo>
                  <a:pt x="85090" y="127281"/>
                  <a:pt x="86929" y="123773"/>
                  <a:pt x="90090" y="121861"/>
                </a:cubicBezTo>
                <a:cubicBezTo>
                  <a:pt x="93251" y="119949"/>
                  <a:pt x="97212" y="119949"/>
                  <a:pt x="100373" y="121861"/>
                </a:cubicBezTo>
                <a:cubicBezTo>
                  <a:pt x="103534" y="123773"/>
                  <a:pt x="105373" y="127281"/>
                  <a:pt x="105147" y="130969"/>
                </a:cubicBezTo>
                <a:cubicBezTo>
                  <a:pt x="105373" y="134656"/>
                  <a:pt x="103534" y="138165"/>
                  <a:pt x="100373" y="140077"/>
                </a:cubicBezTo>
                <a:cubicBezTo>
                  <a:pt x="97212" y="141989"/>
                  <a:pt x="93251" y="141989"/>
                  <a:pt x="90090" y="140077"/>
                </a:cubicBezTo>
                <a:cubicBezTo>
                  <a:pt x="86929" y="138165"/>
                  <a:pt x="85090" y="134656"/>
                  <a:pt x="85316" y="130969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677025" y="4183261"/>
            <a:ext cx="503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ข้อควรจำ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438900" y="4602361"/>
            <a:ext cx="5181600" cy="457200"/>
          </a:xfrm>
          <a:custGeom>
            <a:avLst/>
            <a:gdLst/>
            <a:ahLst/>
            <a:cxnLst/>
            <a:rect l="l" t="t" r="r" b="b"/>
            <a:pathLst>
              <a:path w="5181600" h="457200">
                <a:moveTo>
                  <a:pt x="0" y="0"/>
                </a:moveTo>
                <a:lnTo>
                  <a:pt x="5181600" y="0"/>
                </a:lnTo>
                <a:lnTo>
                  <a:pt x="5181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581775" y="475476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800850" y="4716661"/>
            <a:ext cx="478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ตอบตรงประเด็น ไม่เวียนวก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438900" y="5173861"/>
            <a:ext cx="5181600" cy="457200"/>
          </a:xfrm>
          <a:custGeom>
            <a:avLst/>
            <a:gdLst/>
            <a:ahLst/>
            <a:cxnLst/>
            <a:rect l="l" t="t" r="r" b="b"/>
            <a:pathLst>
              <a:path w="5181600" h="457200">
                <a:moveTo>
                  <a:pt x="0" y="0"/>
                </a:moveTo>
                <a:lnTo>
                  <a:pt x="5181600" y="0"/>
                </a:lnTo>
                <a:lnTo>
                  <a:pt x="5181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581775" y="532626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800850" y="5288161"/>
            <a:ext cx="478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ถ้าไม่รู้จริง ให้รับปากว่าจะหาคำตอบ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438900" y="5745361"/>
            <a:ext cx="5181600" cy="457200"/>
          </a:xfrm>
          <a:custGeom>
            <a:avLst/>
            <a:gdLst/>
            <a:ahLst/>
            <a:cxnLst/>
            <a:rect l="l" t="t" r="r" b="b"/>
            <a:pathLst>
              <a:path w="5181600" h="457200">
                <a:moveTo>
                  <a:pt x="0" y="0"/>
                </a:moveTo>
                <a:lnTo>
                  <a:pt x="5181600" y="0"/>
                </a:lnTo>
                <a:lnTo>
                  <a:pt x="5181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6581775" y="589776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800850" y="5859661"/>
            <a:ext cx="478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ไม่ตอบตามอารมณ์ ใช้ข้อมูล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1">
            <a:off x="-934705" y="-254109"/>
            <a:ext cx="2778125" cy="3175000"/>
          </a:xfrm>
          <a:custGeom>
            <a:avLst/>
            <a:gdLst/>
            <a:ahLst/>
            <a:cxnLst/>
            <a:rect l="l" t="t" r="r" b="b"/>
            <a:pathLst>
              <a:path w="2778125" h="3175000">
                <a:moveTo>
                  <a:pt x="0" y="0"/>
                </a:moveTo>
                <a:lnTo>
                  <a:pt x="2778125" y="0"/>
                </a:lnTo>
                <a:lnTo>
                  <a:pt x="2778125" y="3175000"/>
                </a:lnTo>
                <a:lnTo>
                  <a:pt x="0" y="31750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2128500" y="0"/>
            <a:ext cx="63500" cy="6858000"/>
          </a:xfrm>
          <a:custGeom>
            <a:avLst/>
            <a:gdLst/>
            <a:ahLst/>
            <a:cxnLst/>
            <a:rect l="l" t="t" r="r" b="b"/>
            <a:pathLst>
              <a:path w="63500" h="6858000">
                <a:moveTo>
                  <a:pt x="0" y="0"/>
                </a:moveTo>
                <a:lnTo>
                  <a:pt x="63500" y="0"/>
                </a:lnTo>
                <a:lnTo>
                  <a:pt x="635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17500" y="317500"/>
            <a:ext cx="1619250" cy="381000"/>
          </a:xfrm>
          <a:custGeom>
            <a:avLst/>
            <a:gdLst/>
            <a:ahLst/>
            <a:cxnLst/>
            <a:rect l="l" t="t" r="r" b="b"/>
            <a:pathLst>
              <a:path w="1619250" h="381000">
                <a:moveTo>
                  <a:pt x="0" y="0"/>
                </a:moveTo>
                <a:lnTo>
                  <a:pt x="1619250" y="0"/>
                </a:lnTo>
                <a:lnTo>
                  <a:pt x="16192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8000" y="412750"/>
            <a:ext cx="130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1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ELEVATOR PITCH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17500" y="825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60-Second Pitch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17500" y="1270000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000000">
                    <a:alpha val="7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ฝึกสรุปให้สั้นและมีพลัง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17500" y="2808883"/>
            <a:ext cx="4524375" cy="2000250"/>
          </a:xfrm>
          <a:custGeom>
            <a:avLst/>
            <a:gdLst/>
            <a:ahLst/>
            <a:cxnLst/>
            <a:rect l="l" t="t" r="r" b="b"/>
            <a:pathLst>
              <a:path w="4524375" h="2000250">
                <a:moveTo>
                  <a:pt x="0" y="0"/>
                </a:moveTo>
                <a:lnTo>
                  <a:pt x="4524375" y="0"/>
                </a:lnTo>
                <a:lnTo>
                  <a:pt x="4524375" y="2000250"/>
                </a:lnTo>
                <a:lnTo>
                  <a:pt x="0" y="2000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24263" y="3808907"/>
            <a:ext cx="200025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375" b="1" dirty="0">
                <a:solidFill>
                  <a:srgbClr val="CC0000">
                    <a:alpha val="1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60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17500" y="4936032"/>
            <a:ext cx="4524375" cy="476250"/>
          </a:xfrm>
          <a:custGeom>
            <a:avLst/>
            <a:gdLst/>
            <a:ahLst/>
            <a:cxnLst/>
            <a:rect l="l" t="t" r="r" b="b"/>
            <a:pathLst>
              <a:path w="4524375" h="476250">
                <a:moveTo>
                  <a:pt x="0" y="0"/>
                </a:moveTo>
                <a:lnTo>
                  <a:pt x="4524375" y="0"/>
                </a:lnTo>
                <a:lnTo>
                  <a:pt x="4524375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8781" y="5063032"/>
            <a:ext cx="4341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สามารถสรุปนโยบายได้ใน 1 นาที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08575" y="1682750"/>
            <a:ext cx="6762750" cy="1531938"/>
          </a:xfrm>
          <a:custGeom>
            <a:avLst/>
            <a:gdLst/>
            <a:ahLst/>
            <a:cxnLst/>
            <a:rect l="l" t="t" r="r" b="b"/>
            <a:pathLst>
              <a:path w="6762750" h="1531938">
                <a:moveTo>
                  <a:pt x="0" y="0"/>
                </a:moveTo>
                <a:lnTo>
                  <a:pt x="6762750" y="0"/>
                </a:lnTo>
                <a:lnTo>
                  <a:pt x="6762750" y="1531938"/>
                </a:lnTo>
                <a:lnTo>
                  <a:pt x="0" y="1531938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108575" y="1682750"/>
            <a:ext cx="31750" cy="1531938"/>
          </a:xfrm>
          <a:custGeom>
            <a:avLst/>
            <a:gdLst/>
            <a:ahLst/>
            <a:cxnLst/>
            <a:rect l="l" t="t" r="r" b="b"/>
            <a:pathLst>
              <a:path w="31750" h="1531938">
                <a:moveTo>
                  <a:pt x="0" y="0"/>
                </a:moveTo>
                <a:lnTo>
                  <a:pt x="31750" y="0"/>
                </a:lnTo>
                <a:lnTo>
                  <a:pt x="31750" y="1531938"/>
                </a:lnTo>
                <a:lnTo>
                  <a:pt x="0" y="15319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283200" y="184150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0" y="0"/>
                </a:moveTo>
                <a:lnTo>
                  <a:pt x="444500" y="0"/>
                </a:lnTo>
                <a:lnTo>
                  <a:pt x="444500" y="444500"/>
                </a:lnTo>
                <a:lnTo>
                  <a:pt x="0" y="444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47395" y="1936750"/>
            <a:ext cx="412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15s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4700" y="1936750"/>
            <a:ext cx="6429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ปัญหา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83200" y="2381250"/>
            <a:ext cx="6500813" cy="230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สรุปปัญหาหลักที่ต้องการแก้ไข ใช้ตัวเลขที่ทรงพลัง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283200" y="2708672"/>
            <a:ext cx="6429375" cy="349250"/>
          </a:xfrm>
          <a:custGeom>
            <a:avLst/>
            <a:gdLst/>
            <a:ahLst/>
            <a:cxnLst/>
            <a:rect l="l" t="t" r="r" b="b"/>
            <a:pathLst>
              <a:path w="6429375" h="349250">
                <a:moveTo>
                  <a:pt x="0" y="0"/>
                </a:moveTo>
                <a:lnTo>
                  <a:pt x="6429375" y="0"/>
                </a:lnTo>
                <a:lnTo>
                  <a:pt x="6429375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78450" y="2803922"/>
            <a:ext cx="629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ตัวอย่าง:</a:t>
            </a:r>
            <a:r>
              <a:rPr lang="en-US" sz="875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 "73% ของประชากรไทยเสี่ยงต่อโรค NCD..."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108575" y="3343672"/>
            <a:ext cx="6762750" cy="1531938"/>
          </a:xfrm>
          <a:custGeom>
            <a:avLst/>
            <a:gdLst/>
            <a:ahLst/>
            <a:cxnLst/>
            <a:rect l="l" t="t" r="r" b="b"/>
            <a:pathLst>
              <a:path w="6762750" h="1531938">
                <a:moveTo>
                  <a:pt x="0" y="0"/>
                </a:moveTo>
                <a:lnTo>
                  <a:pt x="6762750" y="0"/>
                </a:lnTo>
                <a:lnTo>
                  <a:pt x="6762750" y="1531938"/>
                </a:lnTo>
                <a:lnTo>
                  <a:pt x="0" y="15319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108575" y="3343672"/>
            <a:ext cx="31750" cy="1531938"/>
          </a:xfrm>
          <a:custGeom>
            <a:avLst/>
            <a:gdLst/>
            <a:ahLst/>
            <a:cxnLst/>
            <a:rect l="l" t="t" r="r" b="b"/>
            <a:pathLst>
              <a:path w="31750" h="1531938">
                <a:moveTo>
                  <a:pt x="0" y="0"/>
                </a:moveTo>
                <a:lnTo>
                  <a:pt x="31750" y="0"/>
                </a:lnTo>
                <a:lnTo>
                  <a:pt x="31750" y="1531938"/>
                </a:lnTo>
                <a:lnTo>
                  <a:pt x="0" y="1531938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283200" y="3502422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0" y="0"/>
                </a:moveTo>
                <a:lnTo>
                  <a:pt x="444500" y="0"/>
                </a:lnTo>
                <a:lnTo>
                  <a:pt x="444500" y="444500"/>
                </a:lnTo>
                <a:lnTo>
                  <a:pt x="0" y="4445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47395" y="3597672"/>
            <a:ext cx="412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30s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54700" y="3597672"/>
            <a:ext cx="1127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ข้อเสนอแนะ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83200" y="4042172"/>
            <a:ext cx="6500813" cy="230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บอกว่าคุณต้องการอะไร ทำอย่างไร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283200" y="4369594"/>
            <a:ext cx="6429375" cy="349250"/>
          </a:xfrm>
          <a:custGeom>
            <a:avLst/>
            <a:gdLst/>
            <a:ahLst/>
            <a:cxnLst/>
            <a:rect l="l" t="t" r="r" b="b"/>
            <a:pathLst>
              <a:path w="6429375" h="349250">
                <a:moveTo>
                  <a:pt x="0" y="0"/>
                </a:moveTo>
                <a:lnTo>
                  <a:pt x="6429375" y="0"/>
                </a:lnTo>
                <a:lnTo>
                  <a:pt x="6429375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378450" y="4464844"/>
            <a:ext cx="629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ตัวอย่าง:</a:t>
            </a:r>
            <a:r>
              <a:rPr lang="en-US" sz="875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 "ขออนุมัติงบ 50 ล้านสำหรับโครงการป้องกัน..."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108575" y="5004594"/>
            <a:ext cx="6762750" cy="1531938"/>
          </a:xfrm>
          <a:custGeom>
            <a:avLst/>
            <a:gdLst/>
            <a:ahLst/>
            <a:cxnLst/>
            <a:rect l="l" t="t" r="r" b="b"/>
            <a:pathLst>
              <a:path w="6762750" h="1531938">
                <a:moveTo>
                  <a:pt x="0" y="0"/>
                </a:moveTo>
                <a:lnTo>
                  <a:pt x="6762750" y="0"/>
                </a:lnTo>
                <a:lnTo>
                  <a:pt x="6762750" y="1531938"/>
                </a:lnTo>
                <a:lnTo>
                  <a:pt x="0" y="1531938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108575" y="5004594"/>
            <a:ext cx="31750" cy="1531938"/>
          </a:xfrm>
          <a:custGeom>
            <a:avLst/>
            <a:gdLst/>
            <a:ahLst/>
            <a:cxnLst/>
            <a:rect l="l" t="t" r="r" b="b"/>
            <a:pathLst>
              <a:path w="31750" h="1531938">
                <a:moveTo>
                  <a:pt x="0" y="0"/>
                </a:moveTo>
                <a:lnTo>
                  <a:pt x="31750" y="0"/>
                </a:lnTo>
                <a:lnTo>
                  <a:pt x="31750" y="1531938"/>
                </a:lnTo>
                <a:lnTo>
                  <a:pt x="0" y="15319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283200" y="5163344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0" y="0"/>
                </a:moveTo>
                <a:lnTo>
                  <a:pt x="444500" y="0"/>
                </a:lnTo>
                <a:lnTo>
                  <a:pt x="444500" y="444500"/>
                </a:lnTo>
                <a:lnTo>
                  <a:pt x="0" y="444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347395" y="5258594"/>
            <a:ext cx="412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15s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854700" y="5258594"/>
            <a:ext cx="904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ประโยชน์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83200" y="5703094"/>
            <a:ext cx="6500813" cy="230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สรุปผลประโยชน์ที่จะได้รับ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83200" y="6030516"/>
            <a:ext cx="6429375" cy="349250"/>
          </a:xfrm>
          <a:custGeom>
            <a:avLst/>
            <a:gdLst/>
            <a:ahLst/>
            <a:cxnLst/>
            <a:rect l="l" t="t" r="r" b="b"/>
            <a:pathLst>
              <a:path w="6429375" h="349250">
                <a:moveTo>
                  <a:pt x="0" y="0"/>
                </a:moveTo>
                <a:lnTo>
                  <a:pt x="6429375" y="0"/>
                </a:lnTo>
                <a:lnTo>
                  <a:pt x="6429375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378450" y="6125766"/>
            <a:ext cx="629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ตัวอย่าง:</a:t>
            </a:r>
            <a:r>
              <a:rPr lang="en-US" sz="875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 "จะช่วยลดต้นทุน 30% และชีวิต 10,000 คนต่อปี"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2369741" y="3062883"/>
            <a:ext cx="416719" cy="476250"/>
          </a:xfrm>
          <a:custGeom>
            <a:avLst/>
            <a:gdLst/>
            <a:ahLst/>
            <a:cxnLst/>
            <a:rect l="l" t="t" r="r" b="b"/>
            <a:pathLst>
              <a:path w="416719" h="476250">
                <a:moveTo>
                  <a:pt x="156735" y="0"/>
                </a:moveTo>
                <a:cubicBezTo>
                  <a:pt x="144363" y="0"/>
                  <a:pt x="134410" y="9953"/>
                  <a:pt x="134410" y="22324"/>
                </a:cubicBezTo>
                <a:cubicBezTo>
                  <a:pt x="134410" y="34696"/>
                  <a:pt x="144363" y="44648"/>
                  <a:pt x="156735" y="44648"/>
                </a:cubicBezTo>
                <a:lnTo>
                  <a:pt x="186500" y="44648"/>
                </a:lnTo>
                <a:lnTo>
                  <a:pt x="186500" y="68182"/>
                </a:lnTo>
                <a:cubicBezTo>
                  <a:pt x="86041" y="79251"/>
                  <a:pt x="7906" y="164455"/>
                  <a:pt x="7906" y="267891"/>
                </a:cubicBezTo>
                <a:cubicBezTo>
                  <a:pt x="7906" y="378861"/>
                  <a:pt x="97854" y="468809"/>
                  <a:pt x="208824" y="468809"/>
                </a:cubicBezTo>
                <a:cubicBezTo>
                  <a:pt x="319794" y="468809"/>
                  <a:pt x="409742" y="378861"/>
                  <a:pt x="409742" y="267891"/>
                </a:cubicBezTo>
                <a:cubicBezTo>
                  <a:pt x="409742" y="230870"/>
                  <a:pt x="399697" y="196174"/>
                  <a:pt x="382209" y="166315"/>
                </a:cubicBezTo>
                <a:lnTo>
                  <a:pt x="408440" y="140084"/>
                </a:lnTo>
                <a:cubicBezTo>
                  <a:pt x="420067" y="128457"/>
                  <a:pt x="420067" y="109575"/>
                  <a:pt x="408440" y="97948"/>
                </a:cubicBezTo>
                <a:cubicBezTo>
                  <a:pt x="396813" y="86320"/>
                  <a:pt x="377930" y="86320"/>
                  <a:pt x="366303" y="97948"/>
                </a:cubicBezTo>
                <a:lnTo>
                  <a:pt x="344537" y="119714"/>
                </a:lnTo>
                <a:cubicBezTo>
                  <a:pt x="313934" y="91622"/>
                  <a:pt x="274588" y="72926"/>
                  <a:pt x="231056" y="68089"/>
                </a:cubicBezTo>
                <a:lnTo>
                  <a:pt x="231056" y="44555"/>
                </a:lnTo>
                <a:lnTo>
                  <a:pt x="260821" y="44555"/>
                </a:lnTo>
                <a:cubicBezTo>
                  <a:pt x="273193" y="44555"/>
                  <a:pt x="283146" y="34603"/>
                  <a:pt x="283146" y="22231"/>
                </a:cubicBezTo>
                <a:cubicBezTo>
                  <a:pt x="283146" y="9860"/>
                  <a:pt x="273193" y="-93"/>
                  <a:pt x="260821" y="-93"/>
                </a:cubicBezTo>
                <a:lnTo>
                  <a:pt x="156642" y="-93"/>
                </a:lnTo>
                <a:close/>
                <a:moveTo>
                  <a:pt x="231149" y="171152"/>
                </a:moveTo>
                <a:lnTo>
                  <a:pt x="231149" y="267891"/>
                </a:lnTo>
                <a:cubicBezTo>
                  <a:pt x="231149" y="280262"/>
                  <a:pt x="221196" y="290215"/>
                  <a:pt x="208824" y="290215"/>
                </a:cubicBezTo>
                <a:cubicBezTo>
                  <a:pt x="196453" y="290215"/>
                  <a:pt x="186500" y="280262"/>
                  <a:pt x="186500" y="267891"/>
                </a:cubicBezTo>
                <a:lnTo>
                  <a:pt x="186500" y="171152"/>
                </a:lnTo>
                <a:cubicBezTo>
                  <a:pt x="186500" y="158781"/>
                  <a:pt x="196453" y="148828"/>
                  <a:pt x="208824" y="148828"/>
                </a:cubicBezTo>
                <a:cubicBezTo>
                  <a:pt x="221196" y="148828"/>
                  <a:pt x="231149" y="158781"/>
                  <a:pt x="231149" y="171152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28625" y="3666133"/>
            <a:ext cx="43021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60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23875" y="4301133"/>
            <a:ext cx="411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วินาที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1">
            <a:off x="8544533" y="253569"/>
            <a:ext cx="4597285" cy="5516742"/>
          </a:xfrm>
          <a:custGeom>
            <a:avLst/>
            <a:gdLst/>
            <a:ahLst/>
            <a:cxnLst/>
            <a:rect l="l" t="t" r="r" b="b"/>
            <a:pathLst>
              <a:path w="4597285" h="5516742">
                <a:moveTo>
                  <a:pt x="0" y="0"/>
                </a:moveTo>
                <a:lnTo>
                  <a:pt x="4597285" y="0"/>
                </a:lnTo>
                <a:lnTo>
                  <a:pt x="4597285" y="5516742"/>
                </a:lnTo>
                <a:lnTo>
                  <a:pt x="0" y="5516742"/>
                </a:lnTo>
                <a:lnTo>
                  <a:pt x="0" y="0"/>
                </a:lnTo>
                <a:close/>
              </a:path>
            </a:pathLst>
          </a:custGeom>
          <a:solidFill>
            <a:srgbClr val="CC00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48814"/>
            <a:ext cx="12192000" cy="110335"/>
          </a:xfrm>
          <a:custGeom>
            <a:avLst/>
            <a:gdLst/>
            <a:ahLst/>
            <a:cxnLst/>
            <a:rect l="l" t="t" r="r" b="b"/>
            <a:pathLst>
              <a:path w="12192000" h="110335">
                <a:moveTo>
                  <a:pt x="0" y="0"/>
                </a:moveTo>
                <a:lnTo>
                  <a:pt x="12192000" y="0"/>
                </a:lnTo>
                <a:lnTo>
                  <a:pt x="12192000" y="110335"/>
                </a:lnTo>
                <a:lnTo>
                  <a:pt x="0" y="11033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7783" y="367783"/>
            <a:ext cx="735566" cy="735566"/>
          </a:xfrm>
          <a:custGeom>
            <a:avLst/>
            <a:gdLst/>
            <a:ahLst/>
            <a:cxnLst/>
            <a:rect l="l" t="t" r="r" b="b"/>
            <a:pathLst>
              <a:path w="735566" h="735566">
                <a:moveTo>
                  <a:pt x="0" y="0"/>
                </a:moveTo>
                <a:lnTo>
                  <a:pt x="735566" y="0"/>
                </a:lnTo>
                <a:lnTo>
                  <a:pt x="735566" y="735566"/>
                </a:lnTo>
                <a:lnTo>
                  <a:pt x="0" y="73556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0181" y="551674"/>
            <a:ext cx="551674" cy="367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06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50462" y="386172"/>
            <a:ext cx="3852525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kern="0" spc="116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PRACTICE SESSION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50462" y="643620"/>
            <a:ext cx="3999638" cy="441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75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Mini Presentation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7783" y="1324018"/>
            <a:ext cx="5581104" cy="5167348"/>
          </a:xfrm>
          <a:custGeom>
            <a:avLst/>
            <a:gdLst/>
            <a:ahLst/>
            <a:cxnLst/>
            <a:rect l="l" t="t" r="r" b="b"/>
            <a:pathLst>
              <a:path w="5581104" h="5167348">
                <a:moveTo>
                  <a:pt x="0" y="0"/>
                </a:moveTo>
                <a:lnTo>
                  <a:pt x="5581104" y="0"/>
                </a:lnTo>
                <a:lnTo>
                  <a:pt x="5581104" y="5167348"/>
                </a:lnTo>
                <a:lnTo>
                  <a:pt x="0" y="51673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3285" y="1544688"/>
            <a:ext cx="5250100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38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Practice Loop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8452" y="2059467"/>
            <a:ext cx="5139765" cy="882679"/>
          </a:xfrm>
          <a:custGeom>
            <a:avLst/>
            <a:gdLst/>
            <a:ahLst/>
            <a:cxnLst/>
            <a:rect l="l" t="t" r="r" b="b"/>
            <a:pathLst>
              <a:path w="5139765" h="882679">
                <a:moveTo>
                  <a:pt x="0" y="0"/>
                </a:moveTo>
                <a:lnTo>
                  <a:pt x="5139765" y="0"/>
                </a:lnTo>
                <a:lnTo>
                  <a:pt x="5139765" y="882679"/>
                </a:lnTo>
                <a:lnTo>
                  <a:pt x="0" y="882679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2344" y="2243358"/>
            <a:ext cx="514896" cy="514896"/>
          </a:xfrm>
          <a:custGeom>
            <a:avLst/>
            <a:gdLst/>
            <a:ahLst/>
            <a:cxnLst/>
            <a:rect l="l" t="t" r="r" b="b"/>
            <a:pathLst>
              <a:path w="514896" h="514896">
                <a:moveTo>
                  <a:pt x="0" y="0"/>
                </a:moveTo>
                <a:lnTo>
                  <a:pt x="514896" y="0"/>
                </a:lnTo>
                <a:lnTo>
                  <a:pt x="514896" y="514896"/>
                </a:lnTo>
                <a:lnTo>
                  <a:pt x="0" y="514896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47041" y="2390472"/>
            <a:ext cx="165502" cy="220670"/>
          </a:xfrm>
          <a:custGeom>
            <a:avLst/>
            <a:gdLst/>
            <a:ahLst/>
            <a:cxnLst/>
            <a:rect l="l" t="t" r="r" b="b"/>
            <a:pathLst>
              <a:path w="165502" h="220670">
                <a:moveTo>
                  <a:pt x="82751" y="0"/>
                </a:moveTo>
                <a:cubicBezTo>
                  <a:pt x="59908" y="0"/>
                  <a:pt x="41376" y="18533"/>
                  <a:pt x="41376" y="41376"/>
                </a:cubicBezTo>
                <a:lnTo>
                  <a:pt x="41376" y="96543"/>
                </a:lnTo>
                <a:cubicBezTo>
                  <a:pt x="41376" y="119386"/>
                  <a:pt x="59908" y="137919"/>
                  <a:pt x="82751" y="137919"/>
                </a:cubicBezTo>
                <a:cubicBezTo>
                  <a:pt x="105594" y="137919"/>
                  <a:pt x="124127" y="119386"/>
                  <a:pt x="124127" y="96543"/>
                </a:cubicBezTo>
                <a:lnTo>
                  <a:pt x="124127" y="41376"/>
                </a:lnTo>
                <a:cubicBezTo>
                  <a:pt x="124127" y="18533"/>
                  <a:pt x="105594" y="0"/>
                  <a:pt x="82751" y="0"/>
                </a:cubicBezTo>
                <a:close/>
                <a:moveTo>
                  <a:pt x="20688" y="79303"/>
                </a:moveTo>
                <a:cubicBezTo>
                  <a:pt x="20688" y="73571"/>
                  <a:pt x="16076" y="68959"/>
                  <a:pt x="10344" y="68959"/>
                </a:cubicBezTo>
                <a:cubicBezTo>
                  <a:pt x="4612" y="68959"/>
                  <a:pt x="0" y="73571"/>
                  <a:pt x="0" y="79303"/>
                </a:cubicBezTo>
                <a:lnTo>
                  <a:pt x="0" y="96543"/>
                </a:lnTo>
                <a:cubicBezTo>
                  <a:pt x="0" y="138737"/>
                  <a:pt x="31592" y="173562"/>
                  <a:pt x="72407" y="178648"/>
                </a:cubicBezTo>
                <a:lnTo>
                  <a:pt x="72407" y="199982"/>
                </a:lnTo>
                <a:lnTo>
                  <a:pt x="51719" y="199982"/>
                </a:lnTo>
                <a:cubicBezTo>
                  <a:pt x="45987" y="199982"/>
                  <a:pt x="41376" y="204594"/>
                  <a:pt x="41376" y="210326"/>
                </a:cubicBezTo>
                <a:cubicBezTo>
                  <a:pt x="41376" y="216058"/>
                  <a:pt x="45987" y="220670"/>
                  <a:pt x="51719" y="220670"/>
                </a:cubicBezTo>
                <a:lnTo>
                  <a:pt x="113783" y="220670"/>
                </a:lnTo>
                <a:cubicBezTo>
                  <a:pt x="119515" y="220670"/>
                  <a:pt x="124127" y="216058"/>
                  <a:pt x="124127" y="210326"/>
                </a:cubicBezTo>
                <a:cubicBezTo>
                  <a:pt x="124127" y="204594"/>
                  <a:pt x="119515" y="199982"/>
                  <a:pt x="113783" y="199982"/>
                </a:cubicBezTo>
                <a:lnTo>
                  <a:pt x="93095" y="199982"/>
                </a:lnTo>
                <a:lnTo>
                  <a:pt x="93095" y="178648"/>
                </a:lnTo>
                <a:cubicBezTo>
                  <a:pt x="133910" y="173562"/>
                  <a:pt x="165502" y="138737"/>
                  <a:pt x="165502" y="96543"/>
                </a:cubicBezTo>
                <a:lnTo>
                  <a:pt x="165502" y="79303"/>
                </a:lnTo>
                <a:cubicBezTo>
                  <a:pt x="165502" y="73571"/>
                  <a:pt x="160891" y="68959"/>
                  <a:pt x="155158" y="68959"/>
                </a:cubicBezTo>
                <a:cubicBezTo>
                  <a:pt x="149426" y="68959"/>
                  <a:pt x="144814" y="73571"/>
                  <a:pt x="144814" y="79303"/>
                </a:cubicBezTo>
                <a:lnTo>
                  <a:pt x="144814" y="96543"/>
                </a:lnTo>
                <a:cubicBezTo>
                  <a:pt x="144814" y="130807"/>
                  <a:pt x="117015" y="158606"/>
                  <a:pt x="82751" y="158606"/>
                </a:cubicBezTo>
                <a:cubicBezTo>
                  <a:pt x="48487" y="158606"/>
                  <a:pt x="20688" y="130807"/>
                  <a:pt x="20688" y="96543"/>
                </a:cubicBezTo>
                <a:lnTo>
                  <a:pt x="20688" y="79303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434353" y="2261748"/>
            <a:ext cx="928652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นำเสนอ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34353" y="2519195"/>
            <a:ext cx="910262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dirty="0">
                <a:solidFill>
                  <a:srgbClr val="F5F1E6">
                    <a:alpha val="8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3 นาทีต่อกลุ่ม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057654" y="3089259"/>
            <a:ext cx="206878" cy="275837"/>
          </a:xfrm>
          <a:custGeom>
            <a:avLst/>
            <a:gdLst/>
            <a:ahLst/>
            <a:cxnLst/>
            <a:rect l="l" t="t" r="r" b="b"/>
            <a:pathLst>
              <a:path w="206878" h="275837">
                <a:moveTo>
                  <a:pt x="91263" y="270773"/>
                </a:moveTo>
                <a:cubicBezTo>
                  <a:pt x="97998" y="277507"/>
                  <a:pt x="108934" y="277507"/>
                  <a:pt x="115668" y="270773"/>
                </a:cubicBezTo>
                <a:lnTo>
                  <a:pt x="201868" y="184574"/>
                </a:lnTo>
                <a:cubicBezTo>
                  <a:pt x="208602" y="177840"/>
                  <a:pt x="208602" y="166903"/>
                  <a:pt x="201868" y="160169"/>
                </a:cubicBezTo>
                <a:cubicBezTo>
                  <a:pt x="195133" y="153434"/>
                  <a:pt x="184197" y="153434"/>
                  <a:pt x="177462" y="160169"/>
                </a:cubicBezTo>
                <a:lnTo>
                  <a:pt x="120679" y="216952"/>
                </a:lnTo>
                <a:lnTo>
                  <a:pt x="120679" y="17240"/>
                </a:lnTo>
                <a:cubicBezTo>
                  <a:pt x="120679" y="7704"/>
                  <a:pt x="112975" y="0"/>
                  <a:pt x="103439" y="0"/>
                </a:cubicBezTo>
                <a:cubicBezTo>
                  <a:pt x="93903" y="0"/>
                  <a:pt x="86199" y="7704"/>
                  <a:pt x="86199" y="17240"/>
                </a:cubicBezTo>
                <a:lnTo>
                  <a:pt x="86199" y="216952"/>
                </a:lnTo>
                <a:lnTo>
                  <a:pt x="29415" y="160169"/>
                </a:lnTo>
                <a:cubicBezTo>
                  <a:pt x="22681" y="153434"/>
                  <a:pt x="11745" y="153434"/>
                  <a:pt x="5010" y="160169"/>
                </a:cubicBezTo>
                <a:cubicBezTo>
                  <a:pt x="-1724" y="166903"/>
                  <a:pt x="-1724" y="177840"/>
                  <a:pt x="5010" y="184574"/>
                </a:cubicBezTo>
                <a:lnTo>
                  <a:pt x="91209" y="270773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6842" y="3530598"/>
            <a:ext cx="5102986" cy="919457"/>
          </a:xfrm>
          <a:custGeom>
            <a:avLst/>
            <a:gdLst/>
            <a:ahLst/>
            <a:cxnLst/>
            <a:rect l="l" t="t" r="r" b="b"/>
            <a:pathLst>
              <a:path w="5102986" h="919457">
                <a:moveTo>
                  <a:pt x="0" y="0"/>
                </a:moveTo>
                <a:lnTo>
                  <a:pt x="5102986" y="0"/>
                </a:lnTo>
                <a:lnTo>
                  <a:pt x="5102986" y="919457"/>
                </a:lnTo>
                <a:lnTo>
                  <a:pt x="0" y="919457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 w="508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9122" y="3732879"/>
            <a:ext cx="514896" cy="514896"/>
          </a:xfrm>
          <a:custGeom>
            <a:avLst/>
            <a:gdLst/>
            <a:ahLst/>
            <a:cxnLst/>
            <a:rect l="l" t="t" r="r" b="b"/>
            <a:pathLst>
              <a:path w="514896" h="514896">
                <a:moveTo>
                  <a:pt x="0" y="0"/>
                </a:moveTo>
                <a:lnTo>
                  <a:pt x="514896" y="0"/>
                </a:lnTo>
                <a:lnTo>
                  <a:pt x="514896" y="514896"/>
                </a:lnTo>
                <a:lnTo>
                  <a:pt x="0" y="514896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42443" y="3879992"/>
            <a:ext cx="248253" cy="220670"/>
          </a:xfrm>
          <a:custGeom>
            <a:avLst/>
            <a:gdLst/>
            <a:ahLst/>
            <a:cxnLst/>
            <a:rect l="l" t="t" r="r" b="b"/>
            <a:pathLst>
              <a:path w="248253" h="220670">
                <a:moveTo>
                  <a:pt x="165502" y="62063"/>
                </a:moveTo>
                <a:cubicBezTo>
                  <a:pt x="165502" y="103956"/>
                  <a:pt x="128437" y="137919"/>
                  <a:pt x="82751" y="137919"/>
                </a:cubicBezTo>
                <a:cubicBezTo>
                  <a:pt x="71244" y="137919"/>
                  <a:pt x="60296" y="135764"/>
                  <a:pt x="50340" y="131885"/>
                </a:cubicBezTo>
                <a:lnTo>
                  <a:pt x="15171" y="150504"/>
                </a:lnTo>
                <a:cubicBezTo>
                  <a:pt x="11163" y="152615"/>
                  <a:pt x="6249" y="151883"/>
                  <a:pt x="3017" y="148693"/>
                </a:cubicBezTo>
                <a:cubicBezTo>
                  <a:pt x="-215" y="145504"/>
                  <a:pt x="-948" y="140548"/>
                  <a:pt x="1207" y="136539"/>
                </a:cubicBezTo>
                <a:lnTo>
                  <a:pt x="16550" y="107576"/>
                </a:lnTo>
                <a:cubicBezTo>
                  <a:pt x="6163" y="94905"/>
                  <a:pt x="0" y="79131"/>
                  <a:pt x="0" y="62063"/>
                </a:cubicBezTo>
                <a:cubicBezTo>
                  <a:pt x="0" y="20171"/>
                  <a:pt x="37066" y="-13792"/>
                  <a:pt x="82751" y="-13792"/>
                </a:cubicBezTo>
                <a:cubicBezTo>
                  <a:pt x="128437" y="-13792"/>
                  <a:pt x="165502" y="20171"/>
                  <a:pt x="165502" y="62063"/>
                </a:cubicBezTo>
                <a:close/>
                <a:moveTo>
                  <a:pt x="165502" y="220670"/>
                </a:moveTo>
                <a:cubicBezTo>
                  <a:pt x="124946" y="220670"/>
                  <a:pt x="91199" y="193905"/>
                  <a:pt x="84130" y="158606"/>
                </a:cubicBezTo>
                <a:cubicBezTo>
                  <a:pt x="135850" y="157960"/>
                  <a:pt x="180803" y="121153"/>
                  <a:pt x="185759" y="71244"/>
                </a:cubicBezTo>
                <a:cubicBezTo>
                  <a:pt x="221661" y="79519"/>
                  <a:pt x="248253" y="109300"/>
                  <a:pt x="248253" y="144814"/>
                </a:cubicBezTo>
                <a:cubicBezTo>
                  <a:pt x="248253" y="161882"/>
                  <a:pt x="242090" y="177656"/>
                  <a:pt x="231703" y="190328"/>
                </a:cubicBezTo>
                <a:lnTo>
                  <a:pt x="247047" y="219290"/>
                </a:lnTo>
                <a:cubicBezTo>
                  <a:pt x="249158" y="223299"/>
                  <a:pt x="248426" y="228212"/>
                  <a:pt x="245236" y="231445"/>
                </a:cubicBezTo>
                <a:cubicBezTo>
                  <a:pt x="242047" y="234677"/>
                  <a:pt x="237091" y="235410"/>
                  <a:pt x="233082" y="233255"/>
                </a:cubicBezTo>
                <a:lnTo>
                  <a:pt x="197913" y="214636"/>
                </a:lnTo>
                <a:cubicBezTo>
                  <a:pt x="187957" y="218515"/>
                  <a:pt x="177010" y="220670"/>
                  <a:pt x="165502" y="220670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471131" y="3751268"/>
            <a:ext cx="1324018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รับ Feedback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71131" y="4008716"/>
            <a:ext cx="1305629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dirty="0">
                <a:solidFill>
                  <a:srgbClr val="000000">
                    <a:alpha val="7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จากกลุ่มและวิทยากร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057654" y="4615557"/>
            <a:ext cx="206878" cy="275837"/>
          </a:xfrm>
          <a:custGeom>
            <a:avLst/>
            <a:gdLst/>
            <a:ahLst/>
            <a:cxnLst/>
            <a:rect l="l" t="t" r="r" b="b"/>
            <a:pathLst>
              <a:path w="206878" h="275837">
                <a:moveTo>
                  <a:pt x="91263" y="270773"/>
                </a:moveTo>
                <a:cubicBezTo>
                  <a:pt x="97998" y="277507"/>
                  <a:pt x="108934" y="277507"/>
                  <a:pt x="115668" y="270773"/>
                </a:cubicBezTo>
                <a:lnTo>
                  <a:pt x="201868" y="184574"/>
                </a:lnTo>
                <a:cubicBezTo>
                  <a:pt x="208602" y="177840"/>
                  <a:pt x="208602" y="166903"/>
                  <a:pt x="201868" y="160169"/>
                </a:cubicBezTo>
                <a:cubicBezTo>
                  <a:pt x="195133" y="153434"/>
                  <a:pt x="184197" y="153434"/>
                  <a:pt x="177462" y="160169"/>
                </a:cubicBezTo>
                <a:lnTo>
                  <a:pt x="120679" y="216952"/>
                </a:lnTo>
                <a:lnTo>
                  <a:pt x="120679" y="17240"/>
                </a:lnTo>
                <a:cubicBezTo>
                  <a:pt x="120679" y="7704"/>
                  <a:pt x="112975" y="0"/>
                  <a:pt x="103439" y="0"/>
                </a:cubicBezTo>
                <a:cubicBezTo>
                  <a:pt x="93903" y="0"/>
                  <a:pt x="86199" y="7704"/>
                  <a:pt x="86199" y="17240"/>
                </a:cubicBezTo>
                <a:lnTo>
                  <a:pt x="86199" y="216952"/>
                </a:lnTo>
                <a:lnTo>
                  <a:pt x="29415" y="160169"/>
                </a:lnTo>
                <a:cubicBezTo>
                  <a:pt x="22681" y="153434"/>
                  <a:pt x="11745" y="153434"/>
                  <a:pt x="5010" y="160169"/>
                </a:cubicBezTo>
                <a:cubicBezTo>
                  <a:pt x="-1724" y="166903"/>
                  <a:pt x="-1724" y="177840"/>
                  <a:pt x="5010" y="184574"/>
                </a:cubicBezTo>
                <a:lnTo>
                  <a:pt x="91209" y="270773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88452" y="5038508"/>
            <a:ext cx="5139765" cy="882679"/>
          </a:xfrm>
          <a:custGeom>
            <a:avLst/>
            <a:gdLst/>
            <a:ahLst/>
            <a:cxnLst/>
            <a:rect l="l" t="t" r="r" b="b"/>
            <a:pathLst>
              <a:path w="5139765" h="882679">
                <a:moveTo>
                  <a:pt x="0" y="0"/>
                </a:moveTo>
                <a:lnTo>
                  <a:pt x="5139765" y="0"/>
                </a:lnTo>
                <a:lnTo>
                  <a:pt x="5139765" y="882679"/>
                </a:lnTo>
                <a:lnTo>
                  <a:pt x="0" y="882679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72344" y="5222399"/>
            <a:ext cx="514896" cy="514896"/>
          </a:xfrm>
          <a:custGeom>
            <a:avLst/>
            <a:gdLst/>
            <a:ahLst/>
            <a:cxnLst/>
            <a:rect l="l" t="t" r="r" b="b"/>
            <a:pathLst>
              <a:path w="514896" h="514896">
                <a:moveTo>
                  <a:pt x="0" y="0"/>
                </a:moveTo>
                <a:lnTo>
                  <a:pt x="514896" y="0"/>
                </a:lnTo>
                <a:lnTo>
                  <a:pt x="514896" y="514896"/>
                </a:lnTo>
                <a:lnTo>
                  <a:pt x="0" y="51489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19457" y="5369512"/>
            <a:ext cx="220670" cy="220670"/>
          </a:xfrm>
          <a:custGeom>
            <a:avLst/>
            <a:gdLst/>
            <a:ahLst/>
            <a:cxnLst/>
            <a:rect l="l" t="t" r="r" b="b"/>
            <a:pathLst>
              <a:path w="220670" h="220670">
                <a:moveTo>
                  <a:pt x="188216" y="32195"/>
                </a:moveTo>
                <a:lnTo>
                  <a:pt x="193086" y="36807"/>
                </a:lnTo>
                <a:lnTo>
                  <a:pt x="193086" y="13792"/>
                </a:lnTo>
                <a:cubicBezTo>
                  <a:pt x="193086" y="6163"/>
                  <a:pt x="199249" y="0"/>
                  <a:pt x="206878" y="0"/>
                </a:cubicBezTo>
                <a:cubicBezTo>
                  <a:pt x="214506" y="0"/>
                  <a:pt x="220670" y="6163"/>
                  <a:pt x="220670" y="13792"/>
                </a:cubicBezTo>
                <a:lnTo>
                  <a:pt x="220670" y="68959"/>
                </a:lnTo>
                <a:cubicBezTo>
                  <a:pt x="220670" y="76588"/>
                  <a:pt x="214506" y="82751"/>
                  <a:pt x="206878" y="82751"/>
                </a:cubicBezTo>
                <a:lnTo>
                  <a:pt x="151710" y="82751"/>
                </a:lnTo>
                <a:cubicBezTo>
                  <a:pt x="144082" y="82751"/>
                  <a:pt x="137919" y="76588"/>
                  <a:pt x="137919" y="68959"/>
                </a:cubicBezTo>
                <a:cubicBezTo>
                  <a:pt x="137919" y="61331"/>
                  <a:pt x="144082" y="55167"/>
                  <a:pt x="151710" y="55167"/>
                </a:cubicBezTo>
                <a:lnTo>
                  <a:pt x="172355" y="55167"/>
                </a:lnTo>
                <a:lnTo>
                  <a:pt x="169080" y="52064"/>
                </a:lnTo>
                <a:cubicBezTo>
                  <a:pt x="168993" y="51978"/>
                  <a:pt x="168907" y="51892"/>
                  <a:pt x="168821" y="51806"/>
                </a:cubicBezTo>
                <a:cubicBezTo>
                  <a:pt x="136496" y="19481"/>
                  <a:pt x="84130" y="19481"/>
                  <a:pt x="51806" y="51806"/>
                </a:cubicBezTo>
                <a:cubicBezTo>
                  <a:pt x="19481" y="84130"/>
                  <a:pt x="19481" y="136496"/>
                  <a:pt x="51806" y="168821"/>
                </a:cubicBezTo>
                <a:cubicBezTo>
                  <a:pt x="84130" y="201146"/>
                  <a:pt x="136496" y="201146"/>
                  <a:pt x="168821" y="168821"/>
                </a:cubicBezTo>
                <a:cubicBezTo>
                  <a:pt x="172355" y="165287"/>
                  <a:pt x="175501" y="161537"/>
                  <a:pt x="178260" y="157572"/>
                </a:cubicBezTo>
                <a:cubicBezTo>
                  <a:pt x="182613" y="151323"/>
                  <a:pt x="191233" y="149814"/>
                  <a:pt x="197482" y="154167"/>
                </a:cubicBezTo>
                <a:cubicBezTo>
                  <a:pt x="203732" y="158520"/>
                  <a:pt x="205240" y="167140"/>
                  <a:pt x="200887" y="173389"/>
                </a:cubicBezTo>
                <a:cubicBezTo>
                  <a:pt x="197224" y="178648"/>
                  <a:pt x="193043" y="183647"/>
                  <a:pt x="188345" y="188345"/>
                </a:cubicBezTo>
                <a:cubicBezTo>
                  <a:pt x="145245" y="231445"/>
                  <a:pt x="75381" y="231445"/>
                  <a:pt x="32325" y="188345"/>
                </a:cubicBezTo>
                <a:cubicBezTo>
                  <a:pt x="-10732" y="145245"/>
                  <a:pt x="-10775" y="75424"/>
                  <a:pt x="32325" y="32325"/>
                </a:cubicBezTo>
                <a:cubicBezTo>
                  <a:pt x="75381" y="-10732"/>
                  <a:pt x="145116" y="-10775"/>
                  <a:pt x="188216" y="32195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434353" y="5240788"/>
            <a:ext cx="1324018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ปรับปรุง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34353" y="5498236"/>
            <a:ext cx="1305629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dirty="0">
                <a:solidFill>
                  <a:srgbClr val="F5F1E6">
                    <a:alpha val="8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นำ feedback ไปใช้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44033" y="1324018"/>
            <a:ext cx="5581104" cy="4413394"/>
          </a:xfrm>
          <a:custGeom>
            <a:avLst/>
            <a:gdLst/>
            <a:ahLst/>
            <a:cxnLst/>
            <a:rect l="l" t="t" r="r" b="b"/>
            <a:pathLst>
              <a:path w="5581104" h="4413394">
                <a:moveTo>
                  <a:pt x="0" y="0"/>
                </a:moveTo>
                <a:lnTo>
                  <a:pt x="5581104" y="0"/>
                </a:lnTo>
                <a:lnTo>
                  <a:pt x="5581104" y="4413394"/>
                </a:lnTo>
                <a:lnTo>
                  <a:pt x="0" y="4413394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492286" y="1581349"/>
            <a:ext cx="220670" cy="220670"/>
          </a:xfrm>
          <a:custGeom>
            <a:avLst/>
            <a:gdLst/>
            <a:ahLst/>
            <a:cxnLst/>
            <a:rect l="l" t="t" r="r" b="b"/>
            <a:pathLst>
              <a:path w="220670" h="220670">
                <a:moveTo>
                  <a:pt x="57667" y="15645"/>
                </a:moveTo>
                <a:cubicBezTo>
                  <a:pt x="62365" y="18921"/>
                  <a:pt x="63486" y="25386"/>
                  <a:pt x="60210" y="30040"/>
                </a:cubicBezTo>
                <a:lnTo>
                  <a:pt x="36074" y="64520"/>
                </a:lnTo>
                <a:cubicBezTo>
                  <a:pt x="34307" y="67020"/>
                  <a:pt x="31549" y="68614"/>
                  <a:pt x="28489" y="68873"/>
                </a:cubicBezTo>
                <a:cubicBezTo>
                  <a:pt x="25429" y="69132"/>
                  <a:pt x="22412" y="68097"/>
                  <a:pt x="20257" y="65942"/>
                </a:cubicBezTo>
                <a:lnTo>
                  <a:pt x="3017" y="48702"/>
                </a:lnTo>
                <a:cubicBezTo>
                  <a:pt x="-991" y="44651"/>
                  <a:pt x="-991" y="38100"/>
                  <a:pt x="3017" y="34049"/>
                </a:cubicBezTo>
                <a:cubicBezTo>
                  <a:pt x="7025" y="29997"/>
                  <a:pt x="13619" y="30040"/>
                  <a:pt x="17671" y="34049"/>
                </a:cubicBezTo>
                <a:lnTo>
                  <a:pt x="26205" y="42582"/>
                </a:lnTo>
                <a:lnTo>
                  <a:pt x="43272" y="18188"/>
                </a:lnTo>
                <a:cubicBezTo>
                  <a:pt x="46548" y="13490"/>
                  <a:pt x="53012" y="12370"/>
                  <a:pt x="57667" y="15645"/>
                </a:cubicBezTo>
                <a:close/>
                <a:moveTo>
                  <a:pt x="57667" y="84604"/>
                </a:moveTo>
                <a:cubicBezTo>
                  <a:pt x="62365" y="87880"/>
                  <a:pt x="63486" y="94345"/>
                  <a:pt x="60210" y="99000"/>
                </a:cubicBezTo>
                <a:lnTo>
                  <a:pt x="36074" y="133479"/>
                </a:lnTo>
                <a:cubicBezTo>
                  <a:pt x="34307" y="135979"/>
                  <a:pt x="31549" y="137574"/>
                  <a:pt x="28489" y="137832"/>
                </a:cubicBezTo>
                <a:cubicBezTo>
                  <a:pt x="25429" y="138091"/>
                  <a:pt x="22412" y="137057"/>
                  <a:pt x="20257" y="134902"/>
                </a:cubicBezTo>
                <a:lnTo>
                  <a:pt x="3017" y="117662"/>
                </a:lnTo>
                <a:cubicBezTo>
                  <a:pt x="-1034" y="113610"/>
                  <a:pt x="-1034" y="107059"/>
                  <a:pt x="3017" y="103051"/>
                </a:cubicBezTo>
                <a:cubicBezTo>
                  <a:pt x="7068" y="99043"/>
                  <a:pt x="13619" y="99000"/>
                  <a:pt x="17628" y="103051"/>
                </a:cubicBezTo>
                <a:lnTo>
                  <a:pt x="26161" y="111585"/>
                </a:lnTo>
                <a:lnTo>
                  <a:pt x="43229" y="87190"/>
                </a:lnTo>
                <a:cubicBezTo>
                  <a:pt x="46504" y="82493"/>
                  <a:pt x="52969" y="81372"/>
                  <a:pt x="57624" y="84648"/>
                </a:cubicBezTo>
                <a:close/>
                <a:moveTo>
                  <a:pt x="96543" y="41376"/>
                </a:moveTo>
                <a:cubicBezTo>
                  <a:pt x="96543" y="33747"/>
                  <a:pt x="102706" y="27584"/>
                  <a:pt x="110335" y="27584"/>
                </a:cubicBezTo>
                <a:lnTo>
                  <a:pt x="206878" y="27584"/>
                </a:lnTo>
                <a:cubicBezTo>
                  <a:pt x="214506" y="27584"/>
                  <a:pt x="220670" y="33747"/>
                  <a:pt x="220670" y="41376"/>
                </a:cubicBezTo>
                <a:cubicBezTo>
                  <a:pt x="220670" y="49004"/>
                  <a:pt x="214506" y="55167"/>
                  <a:pt x="206878" y="55167"/>
                </a:cubicBezTo>
                <a:lnTo>
                  <a:pt x="110335" y="55167"/>
                </a:lnTo>
                <a:cubicBezTo>
                  <a:pt x="102706" y="55167"/>
                  <a:pt x="96543" y="49004"/>
                  <a:pt x="96543" y="41376"/>
                </a:cubicBezTo>
                <a:close/>
                <a:moveTo>
                  <a:pt x="96543" y="110335"/>
                </a:moveTo>
                <a:cubicBezTo>
                  <a:pt x="96543" y="102706"/>
                  <a:pt x="102706" y="96543"/>
                  <a:pt x="110335" y="96543"/>
                </a:cubicBezTo>
                <a:lnTo>
                  <a:pt x="206878" y="96543"/>
                </a:lnTo>
                <a:cubicBezTo>
                  <a:pt x="214506" y="96543"/>
                  <a:pt x="220670" y="102706"/>
                  <a:pt x="220670" y="110335"/>
                </a:cubicBezTo>
                <a:cubicBezTo>
                  <a:pt x="220670" y="117963"/>
                  <a:pt x="214506" y="124127"/>
                  <a:pt x="206878" y="124127"/>
                </a:cubicBezTo>
                <a:lnTo>
                  <a:pt x="110335" y="124127"/>
                </a:lnTo>
                <a:cubicBezTo>
                  <a:pt x="102706" y="124127"/>
                  <a:pt x="96543" y="117963"/>
                  <a:pt x="96543" y="110335"/>
                </a:cubicBezTo>
                <a:close/>
                <a:moveTo>
                  <a:pt x="68959" y="179294"/>
                </a:moveTo>
                <a:cubicBezTo>
                  <a:pt x="68959" y="171665"/>
                  <a:pt x="75123" y="165502"/>
                  <a:pt x="82751" y="165502"/>
                </a:cubicBezTo>
                <a:lnTo>
                  <a:pt x="206878" y="165502"/>
                </a:lnTo>
                <a:cubicBezTo>
                  <a:pt x="214506" y="165502"/>
                  <a:pt x="220670" y="171665"/>
                  <a:pt x="220670" y="179294"/>
                </a:cubicBezTo>
                <a:cubicBezTo>
                  <a:pt x="220670" y="186923"/>
                  <a:pt x="214506" y="193086"/>
                  <a:pt x="206878" y="193086"/>
                </a:cubicBezTo>
                <a:lnTo>
                  <a:pt x="82751" y="193086"/>
                </a:lnTo>
                <a:cubicBezTo>
                  <a:pt x="75123" y="193086"/>
                  <a:pt x="68959" y="186923"/>
                  <a:pt x="68959" y="179294"/>
                </a:cubicBezTo>
                <a:close/>
                <a:moveTo>
                  <a:pt x="27584" y="162054"/>
                </a:moveTo>
                <a:cubicBezTo>
                  <a:pt x="37099" y="162054"/>
                  <a:pt x="44824" y="169779"/>
                  <a:pt x="44824" y="179294"/>
                </a:cubicBezTo>
                <a:cubicBezTo>
                  <a:pt x="44824" y="188809"/>
                  <a:pt x="37099" y="196534"/>
                  <a:pt x="27584" y="196534"/>
                </a:cubicBezTo>
                <a:cubicBezTo>
                  <a:pt x="18069" y="196534"/>
                  <a:pt x="10344" y="188809"/>
                  <a:pt x="10344" y="179294"/>
                </a:cubicBezTo>
                <a:cubicBezTo>
                  <a:pt x="10344" y="169779"/>
                  <a:pt x="18069" y="162054"/>
                  <a:pt x="27584" y="162054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740540" y="1544688"/>
            <a:ext cx="4974262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8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กิจกรรม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64703" y="1985910"/>
            <a:ext cx="5139765" cy="772344"/>
          </a:xfrm>
          <a:custGeom>
            <a:avLst/>
            <a:gdLst/>
            <a:ahLst/>
            <a:cxnLst/>
            <a:rect l="l" t="t" r="r" b="b"/>
            <a:pathLst>
              <a:path w="5139765" h="772344">
                <a:moveTo>
                  <a:pt x="0" y="0"/>
                </a:moveTo>
                <a:lnTo>
                  <a:pt x="5139765" y="0"/>
                </a:lnTo>
                <a:lnTo>
                  <a:pt x="5139765" y="772344"/>
                </a:lnTo>
                <a:lnTo>
                  <a:pt x="0" y="77234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611816" y="2133024"/>
            <a:ext cx="4919095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1. แบ่งกลุ่ม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11816" y="2427250"/>
            <a:ext cx="4909900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4-5 คนต่อกลุ่ม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64703" y="2905367"/>
            <a:ext cx="5139765" cy="772344"/>
          </a:xfrm>
          <a:custGeom>
            <a:avLst/>
            <a:gdLst/>
            <a:ahLst/>
            <a:cxnLst/>
            <a:rect l="l" t="t" r="r" b="b"/>
            <a:pathLst>
              <a:path w="5139765" h="772344">
                <a:moveTo>
                  <a:pt x="0" y="0"/>
                </a:moveTo>
                <a:lnTo>
                  <a:pt x="5139765" y="0"/>
                </a:lnTo>
                <a:lnTo>
                  <a:pt x="5139765" y="772344"/>
                </a:lnTo>
                <a:lnTo>
                  <a:pt x="0" y="77234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611816" y="3052481"/>
            <a:ext cx="4919095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2. เลือกหัวข้อ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11816" y="3346707"/>
            <a:ext cx="4909900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นโยบายที่ตัวเองสนใจ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64703" y="3824824"/>
            <a:ext cx="5139765" cy="772344"/>
          </a:xfrm>
          <a:custGeom>
            <a:avLst/>
            <a:gdLst/>
            <a:ahLst/>
            <a:cxnLst/>
            <a:rect l="l" t="t" r="r" b="b"/>
            <a:pathLst>
              <a:path w="5139765" h="772344">
                <a:moveTo>
                  <a:pt x="0" y="0"/>
                </a:moveTo>
                <a:lnTo>
                  <a:pt x="5139765" y="0"/>
                </a:lnTo>
                <a:lnTo>
                  <a:pt x="5139765" y="772344"/>
                </a:lnTo>
                <a:lnTo>
                  <a:pt x="0" y="77234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611816" y="3971938"/>
            <a:ext cx="4919095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3. เตรียม 10 นาที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611816" y="4266164"/>
            <a:ext cx="4909900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ใช้โครงสร้าง 10 สไลด์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64703" y="4744281"/>
            <a:ext cx="5139765" cy="772344"/>
          </a:xfrm>
          <a:custGeom>
            <a:avLst/>
            <a:gdLst/>
            <a:ahLst/>
            <a:cxnLst/>
            <a:rect l="l" t="t" r="r" b="b"/>
            <a:pathLst>
              <a:path w="5139765" h="772344">
                <a:moveTo>
                  <a:pt x="0" y="0"/>
                </a:moveTo>
                <a:lnTo>
                  <a:pt x="5139765" y="0"/>
                </a:lnTo>
                <a:lnTo>
                  <a:pt x="5139765" y="772344"/>
                </a:lnTo>
                <a:lnTo>
                  <a:pt x="0" y="77234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611816" y="4891395"/>
            <a:ext cx="4919095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4. นำเสนอ 3 นาที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611816" y="5185621"/>
            <a:ext cx="4909900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ตามกลุ่ม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262422" y="5902797"/>
            <a:ext cx="5544326" cy="570063"/>
          </a:xfrm>
          <a:custGeom>
            <a:avLst/>
            <a:gdLst/>
            <a:ahLst/>
            <a:cxnLst/>
            <a:rect l="l" t="t" r="r" b="b"/>
            <a:pathLst>
              <a:path w="5544326" h="570063">
                <a:moveTo>
                  <a:pt x="0" y="0"/>
                </a:moveTo>
                <a:lnTo>
                  <a:pt x="5544326" y="0"/>
                </a:lnTo>
                <a:lnTo>
                  <a:pt x="5544326" y="570063"/>
                </a:lnTo>
                <a:lnTo>
                  <a:pt x="0" y="570063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 w="508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464703" y="6112441"/>
            <a:ext cx="110335" cy="147113"/>
          </a:xfrm>
          <a:custGeom>
            <a:avLst/>
            <a:gdLst/>
            <a:ahLst/>
            <a:cxnLst/>
            <a:rect l="l" t="t" r="r" b="b"/>
            <a:pathLst>
              <a:path w="110335" h="147113">
                <a:moveTo>
                  <a:pt x="84159" y="110335"/>
                </a:moveTo>
                <a:cubicBezTo>
                  <a:pt x="86257" y="103927"/>
                  <a:pt x="90452" y="98123"/>
                  <a:pt x="95193" y="93124"/>
                </a:cubicBezTo>
                <a:cubicBezTo>
                  <a:pt x="104588" y="83240"/>
                  <a:pt x="110335" y="69879"/>
                  <a:pt x="110335" y="55167"/>
                </a:cubicBezTo>
                <a:cubicBezTo>
                  <a:pt x="110335" y="24710"/>
                  <a:pt x="85624" y="0"/>
                  <a:pt x="55167" y="0"/>
                </a:cubicBezTo>
                <a:cubicBezTo>
                  <a:pt x="24710" y="0"/>
                  <a:pt x="0" y="24710"/>
                  <a:pt x="0" y="55167"/>
                </a:cubicBezTo>
                <a:cubicBezTo>
                  <a:pt x="0" y="69879"/>
                  <a:pt x="5747" y="83240"/>
                  <a:pt x="15142" y="93124"/>
                </a:cubicBezTo>
                <a:cubicBezTo>
                  <a:pt x="19883" y="98123"/>
                  <a:pt x="24107" y="103927"/>
                  <a:pt x="26176" y="110335"/>
                </a:cubicBezTo>
                <a:lnTo>
                  <a:pt x="84130" y="110335"/>
                </a:lnTo>
                <a:close/>
                <a:moveTo>
                  <a:pt x="82751" y="124127"/>
                </a:moveTo>
                <a:lnTo>
                  <a:pt x="27584" y="124127"/>
                </a:lnTo>
                <a:lnTo>
                  <a:pt x="27584" y="128724"/>
                </a:lnTo>
                <a:cubicBezTo>
                  <a:pt x="27584" y="141424"/>
                  <a:pt x="37870" y="151710"/>
                  <a:pt x="50570" y="151710"/>
                </a:cubicBezTo>
                <a:lnTo>
                  <a:pt x="59765" y="151710"/>
                </a:lnTo>
                <a:cubicBezTo>
                  <a:pt x="72465" y="151710"/>
                  <a:pt x="82751" y="141424"/>
                  <a:pt x="82751" y="128724"/>
                </a:cubicBezTo>
                <a:lnTo>
                  <a:pt x="82751" y="124127"/>
                </a:lnTo>
                <a:close/>
                <a:moveTo>
                  <a:pt x="52869" y="32181"/>
                </a:moveTo>
                <a:cubicBezTo>
                  <a:pt x="41433" y="32181"/>
                  <a:pt x="32181" y="41433"/>
                  <a:pt x="32181" y="52869"/>
                </a:cubicBezTo>
                <a:cubicBezTo>
                  <a:pt x="32181" y="56690"/>
                  <a:pt x="29107" y="59765"/>
                  <a:pt x="25285" y="59765"/>
                </a:cubicBezTo>
                <a:cubicBezTo>
                  <a:pt x="21464" y="59765"/>
                  <a:pt x="18389" y="56690"/>
                  <a:pt x="18389" y="52869"/>
                </a:cubicBezTo>
                <a:cubicBezTo>
                  <a:pt x="18389" y="33819"/>
                  <a:pt x="33819" y="18389"/>
                  <a:pt x="52869" y="18389"/>
                </a:cubicBezTo>
                <a:cubicBezTo>
                  <a:pt x="56690" y="18389"/>
                  <a:pt x="59765" y="21464"/>
                  <a:pt x="59765" y="25285"/>
                </a:cubicBezTo>
                <a:cubicBezTo>
                  <a:pt x="59765" y="29107"/>
                  <a:pt x="56690" y="32181"/>
                  <a:pt x="52869" y="32181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665069" y="6068300"/>
            <a:ext cx="5049733" cy="23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8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เป้าหมาย:</a:t>
            </a:r>
            <a:r>
              <a:rPr lang="en-US" sz="1158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 การฝึกฝนจริงเป็นวิธีที่ดีที่สุดในการพัฒนาทักษะการนำเสนอ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1">
            <a:off x="-1568503" y="874268"/>
            <a:ext cx="3572747" cy="4465934"/>
          </a:xfrm>
          <a:custGeom>
            <a:avLst/>
            <a:gdLst/>
            <a:ahLst/>
            <a:cxnLst/>
            <a:rect l="l" t="t" r="r" b="b"/>
            <a:pathLst>
              <a:path w="3572747" h="4465934">
                <a:moveTo>
                  <a:pt x="0" y="0"/>
                </a:moveTo>
                <a:lnTo>
                  <a:pt x="3572747" y="0"/>
                </a:lnTo>
                <a:lnTo>
                  <a:pt x="3572747" y="4465934"/>
                </a:lnTo>
                <a:lnTo>
                  <a:pt x="0" y="4465934"/>
                </a:lnTo>
                <a:lnTo>
                  <a:pt x="0" y="0"/>
                </a:lnTo>
                <a:close/>
              </a:path>
            </a:pathLst>
          </a:custGeom>
          <a:solidFill>
            <a:srgbClr val="CC00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2087721" y="0"/>
            <a:ext cx="107182" cy="6859675"/>
          </a:xfrm>
          <a:custGeom>
            <a:avLst/>
            <a:gdLst/>
            <a:ahLst/>
            <a:cxnLst/>
            <a:rect l="l" t="t" r="r" b="b"/>
            <a:pathLst>
              <a:path w="107182" h="6859675">
                <a:moveTo>
                  <a:pt x="0" y="0"/>
                </a:moveTo>
                <a:lnTo>
                  <a:pt x="107182" y="0"/>
                </a:lnTo>
                <a:lnTo>
                  <a:pt x="107182" y="6859675"/>
                </a:lnTo>
                <a:lnTo>
                  <a:pt x="0" y="68596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57275" y="357275"/>
            <a:ext cx="2384809" cy="428730"/>
          </a:xfrm>
          <a:custGeom>
            <a:avLst/>
            <a:gdLst/>
            <a:ahLst/>
            <a:cxnLst/>
            <a:rect l="l" t="t" r="r" b="b"/>
            <a:pathLst>
              <a:path w="2384809" h="428730">
                <a:moveTo>
                  <a:pt x="0" y="0"/>
                </a:moveTo>
                <a:lnTo>
                  <a:pt x="2384809" y="0"/>
                </a:lnTo>
                <a:lnTo>
                  <a:pt x="2384809" y="428730"/>
                </a:lnTo>
                <a:lnTo>
                  <a:pt x="0" y="42873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1640" y="464457"/>
            <a:ext cx="2027534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kern="0" spc="113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FEEDBACK FRAMEWORK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57275" y="928914"/>
            <a:ext cx="11691815" cy="428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76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Plus/Delta Feedback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7275" y="1429099"/>
            <a:ext cx="11566769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7" dirty="0">
                <a:solidFill>
                  <a:srgbClr val="000000">
                    <a:alpha val="7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ให้ feedback ที่สร้างสรรค์และนำไปใช้ได้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57275" y="1893556"/>
            <a:ext cx="5636009" cy="3769248"/>
          </a:xfrm>
          <a:custGeom>
            <a:avLst/>
            <a:gdLst/>
            <a:ahLst/>
            <a:cxnLst/>
            <a:rect l="l" t="t" r="r" b="b"/>
            <a:pathLst>
              <a:path w="5636009" h="3769248">
                <a:moveTo>
                  <a:pt x="0" y="0"/>
                </a:moveTo>
                <a:lnTo>
                  <a:pt x="5636009" y="0"/>
                </a:lnTo>
                <a:lnTo>
                  <a:pt x="5636009" y="3769248"/>
                </a:lnTo>
                <a:lnTo>
                  <a:pt x="0" y="3769248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57446" y="1750646"/>
            <a:ext cx="1446963" cy="1339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0550" b="1" dirty="0">
                <a:solidFill>
                  <a:schemeClr val="bg2">
                    <a:lumMod val="90000"/>
                  </a:scheme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+</a:t>
            </a:r>
            <a:endParaRPr lang="en-US" sz="16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04634" y="1893556"/>
            <a:ext cx="5636009" cy="3769248"/>
          </a:xfrm>
          <a:custGeom>
            <a:avLst/>
            <a:gdLst/>
            <a:ahLst/>
            <a:cxnLst/>
            <a:rect l="l" t="t" r="r" b="b"/>
            <a:pathLst>
              <a:path w="5636009" h="3769248">
                <a:moveTo>
                  <a:pt x="0" y="0"/>
                </a:moveTo>
                <a:lnTo>
                  <a:pt x="5636009" y="0"/>
                </a:lnTo>
                <a:lnTo>
                  <a:pt x="5636009" y="3769248"/>
                </a:lnTo>
                <a:lnTo>
                  <a:pt x="0" y="37692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017572" y="1750646"/>
            <a:ext cx="1634532" cy="1339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0550" b="1" dirty="0">
                <a:solidFill>
                  <a:schemeClr val="bg2">
                    <a:lumMod val="90000"/>
                  </a:scheme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Δ</a:t>
            </a:r>
            <a:endParaRPr lang="en-US" sz="16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71640" y="2107921"/>
            <a:ext cx="571640" cy="571640"/>
          </a:xfrm>
          <a:custGeom>
            <a:avLst/>
            <a:gdLst/>
            <a:ahLst/>
            <a:cxnLst/>
            <a:rect l="l" t="t" r="r" b="b"/>
            <a:pathLst>
              <a:path w="571640" h="571640">
                <a:moveTo>
                  <a:pt x="0" y="0"/>
                </a:moveTo>
                <a:lnTo>
                  <a:pt x="571640" y="0"/>
                </a:lnTo>
                <a:lnTo>
                  <a:pt x="571640" y="571640"/>
                </a:lnTo>
                <a:lnTo>
                  <a:pt x="0" y="571640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2462" y="2259763"/>
            <a:ext cx="234462" cy="267956"/>
          </a:xfrm>
          <a:custGeom>
            <a:avLst/>
            <a:gdLst/>
            <a:ahLst/>
            <a:cxnLst/>
            <a:rect l="l" t="t" r="r" b="b"/>
            <a:pathLst>
              <a:path w="234462" h="267956">
                <a:moveTo>
                  <a:pt x="133978" y="33495"/>
                </a:moveTo>
                <a:cubicBezTo>
                  <a:pt x="133978" y="24231"/>
                  <a:pt x="126494" y="16747"/>
                  <a:pt x="117231" y="16747"/>
                </a:cubicBezTo>
                <a:cubicBezTo>
                  <a:pt x="107967" y="16747"/>
                  <a:pt x="100484" y="24231"/>
                  <a:pt x="100484" y="33495"/>
                </a:cubicBezTo>
                <a:lnTo>
                  <a:pt x="100484" y="117231"/>
                </a:lnTo>
                <a:lnTo>
                  <a:pt x="16747" y="117231"/>
                </a:lnTo>
                <a:cubicBezTo>
                  <a:pt x="7484" y="117231"/>
                  <a:pt x="0" y="124715"/>
                  <a:pt x="0" y="133978"/>
                </a:cubicBezTo>
                <a:cubicBezTo>
                  <a:pt x="0" y="143241"/>
                  <a:pt x="7484" y="150725"/>
                  <a:pt x="16747" y="150725"/>
                </a:cubicBezTo>
                <a:lnTo>
                  <a:pt x="100484" y="150725"/>
                </a:lnTo>
                <a:lnTo>
                  <a:pt x="100484" y="234462"/>
                </a:lnTo>
                <a:cubicBezTo>
                  <a:pt x="100484" y="243725"/>
                  <a:pt x="107967" y="251209"/>
                  <a:pt x="117231" y="251209"/>
                </a:cubicBezTo>
                <a:cubicBezTo>
                  <a:pt x="126494" y="251209"/>
                  <a:pt x="133978" y="243725"/>
                  <a:pt x="133978" y="234462"/>
                </a:cubicBezTo>
                <a:lnTo>
                  <a:pt x="133978" y="150725"/>
                </a:lnTo>
                <a:lnTo>
                  <a:pt x="217714" y="150725"/>
                </a:lnTo>
                <a:cubicBezTo>
                  <a:pt x="226978" y="150725"/>
                  <a:pt x="234462" y="143241"/>
                  <a:pt x="234462" y="133978"/>
                </a:cubicBezTo>
                <a:cubicBezTo>
                  <a:pt x="234462" y="124715"/>
                  <a:pt x="226978" y="117231"/>
                  <a:pt x="217714" y="117231"/>
                </a:cubicBezTo>
                <a:lnTo>
                  <a:pt x="133978" y="117231"/>
                </a:lnTo>
                <a:lnTo>
                  <a:pt x="133978" y="33495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86189" y="2232967"/>
            <a:ext cx="687754" cy="321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1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Plus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640" y="2893925"/>
            <a:ext cx="5296598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7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สิ่งที่ดี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1640" y="3286927"/>
            <a:ext cx="5278734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สิ่งที่ทำได้ดี ควรทำต่อ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1640" y="3733521"/>
            <a:ext cx="5207279" cy="500185"/>
          </a:xfrm>
          <a:custGeom>
            <a:avLst/>
            <a:gdLst/>
            <a:ahLst/>
            <a:cxnLst/>
            <a:rect l="l" t="t" r="r" b="b"/>
            <a:pathLst>
              <a:path w="5207279" h="500185">
                <a:moveTo>
                  <a:pt x="0" y="0"/>
                </a:moveTo>
                <a:lnTo>
                  <a:pt x="5207279" y="0"/>
                </a:lnTo>
                <a:lnTo>
                  <a:pt x="5207279" y="500185"/>
                </a:lnTo>
                <a:lnTo>
                  <a:pt x="0" y="500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41345" y="3912158"/>
            <a:ext cx="125046" cy="142910"/>
          </a:xfrm>
          <a:custGeom>
            <a:avLst/>
            <a:gdLst/>
            <a:ahLst/>
            <a:cxnLst/>
            <a:rect l="l" t="t" r="r" b="b"/>
            <a:pathLst>
              <a:path w="125046" h="142910">
                <a:moveTo>
                  <a:pt x="121362" y="19566"/>
                </a:moveTo>
                <a:cubicBezTo>
                  <a:pt x="125353" y="22469"/>
                  <a:pt x="126246" y="28052"/>
                  <a:pt x="123344" y="32043"/>
                </a:cubicBezTo>
                <a:lnTo>
                  <a:pt x="51889" y="130294"/>
                </a:lnTo>
                <a:cubicBezTo>
                  <a:pt x="50353" y="132415"/>
                  <a:pt x="47981" y="133727"/>
                  <a:pt x="45357" y="133950"/>
                </a:cubicBezTo>
                <a:cubicBezTo>
                  <a:pt x="42733" y="134173"/>
                  <a:pt x="40193" y="133196"/>
                  <a:pt x="38351" y="131354"/>
                </a:cubicBezTo>
                <a:lnTo>
                  <a:pt x="2624" y="95627"/>
                </a:lnTo>
                <a:cubicBezTo>
                  <a:pt x="-865" y="92138"/>
                  <a:pt x="-865" y="86472"/>
                  <a:pt x="2624" y="82983"/>
                </a:cubicBezTo>
                <a:cubicBezTo>
                  <a:pt x="6113" y="79494"/>
                  <a:pt x="11779" y="79494"/>
                  <a:pt x="15268" y="82983"/>
                </a:cubicBezTo>
                <a:lnTo>
                  <a:pt x="43599" y="111313"/>
                </a:lnTo>
                <a:lnTo>
                  <a:pt x="108913" y="21520"/>
                </a:lnTo>
                <a:cubicBezTo>
                  <a:pt x="111816" y="17529"/>
                  <a:pt x="117398" y="16636"/>
                  <a:pt x="121390" y="19538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43441" y="3876431"/>
            <a:ext cx="4764023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ข้อความชัดเจน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1640" y="4340888"/>
            <a:ext cx="5207279" cy="500185"/>
          </a:xfrm>
          <a:custGeom>
            <a:avLst/>
            <a:gdLst/>
            <a:ahLst/>
            <a:cxnLst/>
            <a:rect l="l" t="t" r="r" b="b"/>
            <a:pathLst>
              <a:path w="5207279" h="500185">
                <a:moveTo>
                  <a:pt x="0" y="0"/>
                </a:moveTo>
                <a:lnTo>
                  <a:pt x="5207279" y="0"/>
                </a:lnTo>
                <a:lnTo>
                  <a:pt x="5207279" y="500185"/>
                </a:lnTo>
                <a:lnTo>
                  <a:pt x="0" y="500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41345" y="4519525"/>
            <a:ext cx="125046" cy="142910"/>
          </a:xfrm>
          <a:custGeom>
            <a:avLst/>
            <a:gdLst/>
            <a:ahLst/>
            <a:cxnLst/>
            <a:rect l="l" t="t" r="r" b="b"/>
            <a:pathLst>
              <a:path w="125046" h="142910">
                <a:moveTo>
                  <a:pt x="121362" y="19566"/>
                </a:moveTo>
                <a:cubicBezTo>
                  <a:pt x="125353" y="22469"/>
                  <a:pt x="126246" y="28052"/>
                  <a:pt x="123344" y="32043"/>
                </a:cubicBezTo>
                <a:lnTo>
                  <a:pt x="51889" y="130294"/>
                </a:lnTo>
                <a:cubicBezTo>
                  <a:pt x="50353" y="132415"/>
                  <a:pt x="47981" y="133727"/>
                  <a:pt x="45357" y="133950"/>
                </a:cubicBezTo>
                <a:cubicBezTo>
                  <a:pt x="42733" y="134173"/>
                  <a:pt x="40193" y="133196"/>
                  <a:pt x="38351" y="131354"/>
                </a:cubicBezTo>
                <a:lnTo>
                  <a:pt x="2624" y="95627"/>
                </a:lnTo>
                <a:cubicBezTo>
                  <a:pt x="-865" y="92138"/>
                  <a:pt x="-865" y="86472"/>
                  <a:pt x="2624" y="82983"/>
                </a:cubicBezTo>
                <a:cubicBezTo>
                  <a:pt x="6113" y="79494"/>
                  <a:pt x="11779" y="79494"/>
                  <a:pt x="15268" y="82983"/>
                </a:cubicBezTo>
                <a:lnTo>
                  <a:pt x="43599" y="111313"/>
                </a:lnTo>
                <a:lnTo>
                  <a:pt x="108913" y="21520"/>
                </a:lnTo>
                <a:cubicBezTo>
                  <a:pt x="111816" y="17529"/>
                  <a:pt x="117398" y="16636"/>
                  <a:pt x="121390" y="19538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43441" y="4483798"/>
            <a:ext cx="4764023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กราฟเข้าใจง่าย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71640" y="4948255"/>
            <a:ext cx="5207279" cy="500185"/>
          </a:xfrm>
          <a:custGeom>
            <a:avLst/>
            <a:gdLst/>
            <a:ahLst/>
            <a:cxnLst/>
            <a:rect l="l" t="t" r="r" b="b"/>
            <a:pathLst>
              <a:path w="5207279" h="500185">
                <a:moveTo>
                  <a:pt x="0" y="0"/>
                </a:moveTo>
                <a:lnTo>
                  <a:pt x="5207279" y="0"/>
                </a:lnTo>
                <a:lnTo>
                  <a:pt x="5207279" y="500185"/>
                </a:lnTo>
                <a:lnTo>
                  <a:pt x="0" y="500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41345" y="5126892"/>
            <a:ext cx="125046" cy="142910"/>
          </a:xfrm>
          <a:custGeom>
            <a:avLst/>
            <a:gdLst/>
            <a:ahLst/>
            <a:cxnLst/>
            <a:rect l="l" t="t" r="r" b="b"/>
            <a:pathLst>
              <a:path w="125046" h="142910">
                <a:moveTo>
                  <a:pt x="121362" y="19566"/>
                </a:moveTo>
                <a:cubicBezTo>
                  <a:pt x="125353" y="22469"/>
                  <a:pt x="126246" y="28052"/>
                  <a:pt x="123344" y="32043"/>
                </a:cubicBezTo>
                <a:lnTo>
                  <a:pt x="51889" y="130294"/>
                </a:lnTo>
                <a:cubicBezTo>
                  <a:pt x="50353" y="132415"/>
                  <a:pt x="47981" y="133727"/>
                  <a:pt x="45357" y="133950"/>
                </a:cubicBezTo>
                <a:cubicBezTo>
                  <a:pt x="42733" y="134173"/>
                  <a:pt x="40193" y="133196"/>
                  <a:pt x="38351" y="131354"/>
                </a:cubicBezTo>
                <a:lnTo>
                  <a:pt x="2624" y="95627"/>
                </a:lnTo>
                <a:cubicBezTo>
                  <a:pt x="-865" y="92138"/>
                  <a:pt x="-865" y="86472"/>
                  <a:pt x="2624" y="82983"/>
                </a:cubicBezTo>
                <a:cubicBezTo>
                  <a:pt x="6113" y="79494"/>
                  <a:pt x="11779" y="79494"/>
                  <a:pt x="15268" y="82983"/>
                </a:cubicBezTo>
                <a:lnTo>
                  <a:pt x="43599" y="111313"/>
                </a:lnTo>
                <a:lnTo>
                  <a:pt x="108913" y="21520"/>
                </a:lnTo>
                <a:cubicBezTo>
                  <a:pt x="111816" y="17529"/>
                  <a:pt x="117398" y="16636"/>
                  <a:pt x="121390" y="19538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43441" y="5091165"/>
            <a:ext cx="4764023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การพูดมั่นใจ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18999" y="2107921"/>
            <a:ext cx="571640" cy="571640"/>
          </a:xfrm>
          <a:custGeom>
            <a:avLst/>
            <a:gdLst/>
            <a:ahLst/>
            <a:cxnLst/>
            <a:rect l="l" t="t" r="r" b="b"/>
            <a:pathLst>
              <a:path w="571640" h="571640">
                <a:moveTo>
                  <a:pt x="0" y="0"/>
                </a:moveTo>
                <a:lnTo>
                  <a:pt x="571640" y="0"/>
                </a:lnTo>
                <a:lnTo>
                  <a:pt x="571640" y="571640"/>
                </a:lnTo>
                <a:lnTo>
                  <a:pt x="0" y="57164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573074" y="2259763"/>
            <a:ext cx="267956" cy="267956"/>
          </a:xfrm>
          <a:custGeom>
            <a:avLst/>
            <a:gdLst/>
            <a:ahLst/>
            <a:cxnLst/>
            <a:rect l="l" t="t" r="r" b="b"/>
            <a:pathLst>
              <a:path w="267956" h="267956">
                <a:moveTo>
                  <a:pt x="263037" y="78817"/>
                </a:moveTo>
                <a:lnTo>
                  <a:pt x="212795" y="129059"/>
                </a:lnTo>
                <a:cubicBezTo>
                  <a:pt x="207980" y="133873"/>
                  <a:pt x="200810" y="135286"/>
                  <a:pt x="194530" y="132670"/>
                </a:cubicBezTo>
                <a:cubicBezTo>
                  <a:pt x="188250" y="130053"/>
                  <a:pt x="184220" y="123982"/>
                  <a:pt x="184220" y="117231"/>
                </a:cubicBezTo>
                <a:lnTo>
                  <a:pt x="184220" y="83736"/>
                </a:lnTo>
                <a:lnTo>
                  <a:pt x="16747" y="83736"/>
                </a:lnTo>
                <a:cubicBezTo>
                  <a:pt x="7484" y="83736"/>
                  <a:pt x="0" y="76252"/>
                  <a:pt x="0" y="66989"/>
                </a:cubicBezTo>
                <a:cubicBezTo>
                  <a:pt x="0" y="57726"/>
                  <a:pt x="7484" y="50242"/>
                  <a:pt x="16747" y="50242"/>
                </a:cubicBezTo>
                <a:lnTo>
                  <a:pt x="184220" y="50242"/>
                </a:lnTo>
                <a:lnTo>
                  <a:pt x="184220" y="16747"/>
                </a:lnTo>
                <a:cubicBezTo>
                  <a:pt x="184220" y="9996"/>
                  <a:pt x="188302" y="3873"/>
                  <a:pt x="194582" y="1256"/>
                </a:cubicBezTo>
                <a:cubicBezTo>
                  <a:pt x="200862" y="-1361"/>
                  <a:pt x="208032" y="105"/>
                  <a:pt x="212847" y="4867"/>
                </a:cubicBezTo>
                <a:lnTo>
                  <a:pt x="263089" y="55109"/>
                </a:lnTo>
                <a:cubicBezTo>
                  <a:pt x="269631" y="61651"/>
                  <a:pt x="269631" y="72275"/>
                  <a:pt x="263089" y="78817"/>
                </a:cubicBezTo>
                <a:close/>
                <a:moveTo>
                  <a:pt x="55109" y="263037"/>
                </a:moveTo>
                <a:lnTo>
                  <a:pt x="4867" y="212795"/>
                </a:lnTo>
                <a:cubicBezTo>
                  <a:pt x="-1675" y="206253"/>
                  <a:pt x="-1675" y="195629"/>
                  <a:pt x="4867" y="189087"/>
                </a:cubicBezTo>
                <a:lnTo>
                  <a:pt x="55109" y="138845"/>
                </a:lnTo>
                <a:cubicBezTo>
                  <a:pt x="59924" y="134030"/>
                  <a:pt x="67094" y="132617"/>
                  <a:pt x="73374" y="135234"/>
                </a:cubicBezTo>
                <a:cubicBezTo>
                  <a:pt x="79654" y="137851"/>
                  <a:pt x="83736" y="143974"/>
                  <a:pt x="83736" y="150725"/>
                </a:cubicBezTo>
                <a:lnTo>
                  <a:pt x="83736" y="184220"/>
                </a:lnTo>
                <a:lnTo>
                  <a:pt x="251209" y="184220"/>
                </a:lnTo>
                <a:cubicBezTo>
                  <a:pt x="260472" y="184220"/>
                  <a:pt x="267956" y="191704"/>
                  <a:pt x="267956" y="200967"/>
                </a:cubicBezTo>
                <a:cubicBezTo>
                  <a:pt x="267956" y="210230"/>
                  <a:pt x="260472" y="217714"/>
                  <a:pt x="251209" y="217714"/>
                </a:cubicBezTo>
                <a:lnTo>
                  <a:pt x="83736" y="217714"/>
                </a:lnTo>
                <a:lnTo>
                  <a:pt x="83736" y="251209"/>
                </a:lnTo>
                <a:cubicBezTo>
                  <a:pt x="83736" y="257960"/>
                  <a:pt x="79654" y="264083"/>
                  <a:pt x="73374" y="266700"/>
                </a:cubicBezTo>
                <a:cubicBezTo>
                  <a:pt x="67094" y="269317"/>
                  <a:pt x="59924" y="267851"/>
                  <a:pt x="55109" y="263089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133548" y="2232967"/>
            <a:ext cx="830664" cy="321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10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Delta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18999" y="2893925"/>
            <a:ext cx="5296598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7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สิ่งที่ต้องปรับ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18999" y="3286927"/>
            <a:ext cx="5278734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สิ่งที่ควรปรับปรุงให้ดีขึ้น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18999" y="3733521"/>
            <a:ext cx="5207279" cy="500185"/>
          </a:xfrm>
          <a:custGeom>
            <a:avLst/>
            <a:gdLst/>
            <a:ahLst/>
            <a:cxnLst/>
            <a:rect l="l" t="t" r="r" b="b"/>
            <a:pathLst>
              <a:path w="5207279" h="500185">
                <a:moveTo>
                  <a:pt x="0" y="0"/>
                </a:moveTo>
                <a:lnTo>
                  <a:pt x="5207279" y="0"/>
                </a:lnTo>
                <a:lnTo>
                  <a:pt x="5207279" y="500185"/>
                </a:lnTo>
                <a:lnTo>
                  <a:pt x="0" y="500185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597636" y="3912158"/>
            <a:ext cx="107182" cy="142910"/>
          </a:xfrm>
          <a:custGeom>
            <a:avLst/>
            <a:gdLst/>
            <a:ahLst/>
            <a:cxnLst/>
            <a:rect l="l" t="t" r="r" b="b"/>
            <a:pathLst>
              <a:path w="107182" h="142910">
                <a:moveTo>
                  <a:pt x="59899" y="4857"/>
                </a:moveTo>
                <a:cubicBezTo>
                  <a:pt x="56410" y="1368"/>
                  <a:pt x="50744" y="1368"/>
                  <a:pt x="47255" y="4857"/>
                </a:cubicBezTo>
                <a:lnTo>
                  <a:pt x="2596" y="49516"/>
                </a:lnTo>
                <a:cubicBezTo>
                  <a:pt x="-893" y="53005"/>
                  <a:pt x="-893" y="58671"/>
                  <a:pt x="2596" y="62160"/>
                </a:cubicBezTo>
                <a:cubicBezTo>
                  <a:pt x="6085" y="65649"/>
                  <a:pt x="11751" y="65649"/>
                  <a:pt x="15240" y="62160"/>
                </a:cubicBezTo>
                <a:lnTo>
                  <a:pt x="44659" y="32741"/>
                </a:lnTo>
                <a:lnTo>
                  <a:pt x="44659" y="136211"/>
                </a:lnTo>
                <a:cubicBezTo>
                  <a:pt x="44659" y="141151"/>
                  <a:pt x="48651" y="145143"/>
                  <a:pt x="53591" y="145143"/>
                </a:cubicBezTo>
                <a:cubicBezTo>
                  <a:pt x="58532" y="145143"/>
                  <a:pt x="62523" y="141151"/>
                  <a:pt x="62523" y="136211"/>
                </a:cubicBezTo>
                <a:lnTo>
                  <a:pt x="62523" y="32741"/>
                </a:lnTo>
                <a:lnTo>
                  <a:pt x="91942" y="62160"/>
                </a:lnTo>
                <a:cubicBezTo>
                  <a:pt x="95431" y="65649"/>
                  <a:pt x="101098" y="65649"/>
                  <a:pt x="104587" y="62160"/>
                </a:cubicBezTo>
                <a:cubicBezTo>
                  <a:pt x="108076" y="58671"/>
                  <a:pt x="108076" y="53005"/>
                  <a:pt x="104587" y="49516"/>
                </a:cubicBezTo>
                <a:lnTo>
                  <a:pt x="59927" y="4857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790800" y="3876431"/>
            <a:ext cx="4764023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พูดช้าลง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18999" y="4340888"/>
            <a:ext cx="5207279" cy="500185"/>
          </a:xfrm>
          <a:custGeom>
            <a:avLst/>
            <a:gdLst/>
            <a:ahLst/>
            <a:cxnLst/>
            <a:rect l="l" t="t" r="r" b="b"/>
            <a:pathLst>
              <a:path w="5207279" h="500185">
                <a:moveTo>
                  <a:pt x="0" y="0"/>
                </a:moveTo>
                <a:lnTo>
                  <a:pt x="5207279" y="0"/>
                </a:lnTo>
                <a:lnTo>
                  <a:pt x="5207279" y="500185"/>
                </a:lnTo>
                <a:lnTo>
                  <a:pt x="0" y="500185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597636" y="4519525"/>
            <a:ext cx="107182" cy="142910"/>
          </a:xfrm>
          <a:custGeom>
            <a:avLst/>
            <a:gdLst/>
            <a:ahLst/>
            <a:cxnLst/>
            <a:rect l="l" t="t" r="r" b="b"/>
            <a:pathLst>
              <a:path w="107182" h="142910">
                <a:moveTo>
                  <a:pt x="59899" y="4857"/>
                </a:moveTo>
                <a:cubicBezTo>
                  <a:pt x="56410" y="1368"/>
                  <a:pt x="50744" y="1368"/>
                  <a:pt x="47255" y="4857"/>
                </a:cubicBezTo>
                <a:lnTo>
                  <a:pt x="2596" y="49516"/>
                </a:lnTo>
                <a:cubicBezTo>
                  <a:pt x="-893" y="53005"/>
                  <a:pt x="-893" y="58671"/>
                  <a:pt x="2596" y="62160"/>
                </a:cubicBezTo>
                <a:cubicBezTo>
                  <a:pt x="6085" y="65649"/>
                  <a:pt x="11751" y="65649"/>
                  <a:pt x="15240" y="62160"/>
                </a:cubicBezTo>
                <a:lnTo>
                  <a:pt x="44659" y="32741"/>
                </a:lnTo>
                <a:lnTo>
                  <a:pt x="44659" y="136211"/>
                </a:lnTo>
                <a:cubicBezTo>
                  <a:pt x="44659" y="141151"/>
                  <a:pt x="48651" y="145143"/>
                  <a:pt x="53591" y="145143"/>
                </a:cubicBezTo>
                <a:cubicBezTo>
                  <a:pt x="58532" y="145143"/>
                  <a:pt x="62523" y="141151"/>
                  <a:pt x="62523" y="136211"/>
                </a:cubicBezTo>
                <a:lnTo>
                  <a:pt x="62523" y="32741"/>
                </a:lnTo>
                <a:lnTo>
                  <a:pt x="91942" y="62160"/>
                </a:lnTo>
                <a:cubicBezTo>
                  <a:pt x="95431" y="65649"/>
                  <a:pt x="101098" y="65649"/>
                  <a:pt x="104587" y="62160"/>
                </a:cubicBezTo>
                <a:cubicBezTo>
                  <a:pt x="108076" y="58671"/>
                  <a:pt x="108076" y="53005"/>
                  <a:pt x="104587" y="49516"/>
                </a:cubicBezTo>
                <a:lnTo>
                  <a:pt x="59927" y="4857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790800" y="4483798"/>
            <a:ext cx="4764023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ตัวอักษรใหญ่ขึ้น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18999" y="4948255"/>
            <a:ext cx="5207279" cy="500185"/>
          </a:xfrm>
          <a:custGeom>
            <a:avLst/>
            <a:gdLst/>
            <a:ahLst/>
            <a:cxnLst/>
            <a:rect l="l" t="t" r="r" b="b"/>
            <a:pathLst>
              <a:path w="5207279" h="500185">
                <a:moveTo>
                  <a:pt x="0" y="0"/>
                </a:moveTo>
                <a:lnTo>
                  <a:pt x="5207279" y="0"/>
                </a:lnTo>
                <a:lnTo>
                  <a:pt x="5207279" y="500185"/>
                </a:lnTo>
                <a:lnTo>
                  <a:pt x="0" y="500185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597636" y="5126892"/>
            <a:ext cx="107182" cy="142910"/>
          </a:xfrm>
          <a:custGeom>
            <a:avLst/>
            <a:gdLst/>
            <a:ahLst/>
            <a:cxnLst/>
            <a:rect l="l" t="t" r="r" b="b"/>
            <a:pathLst>
              <a:path w="107182" h="142910">
                <a:moveTo>
                  <a:pt x="59899" y="4857"/>
                </a:moveTo>
                <a:cubicBezTo>
                  <a:pt x="56410" y="1368"/>
                  <a:pt x="50744" y="1368"/>
                  <a:pt x="47255" y="4857"/>
                </a:cubicBezTo>
                <a:lnTo>
                  <a:pt x="2596" y="49516"/>
                </a:lnTo>
                <a:cubicBezTo>
                  <a:pt x="-893" y="53005"/>
                  <a:pt x="-893" y="58671"/>
                  <a:pt x="2596" y="62160"/>
                </a:cubicBezTo>
                <a:cubicBezTo>
                  <a:pt x="6085" y="65649"/>
                  <a:pt x="11751" y="65649"/>
                  <a:pt x="15240" y="62160"/>
                </a:cubicBezTo>
                <a:lnTo>
                  <a:pt x="44659" y="32741"/>
                </a:lnTo>
                <a:lnTo>
                  <a:pt x="44659" y="136211"/>
                </a:lnTo>
                <a:cubicBezTo>
                  <a:pt x="44659" y="141151"/>
                  <a:pt x="48651" y="145143"/>
                  <a:pt x="53591" y="145143"/>
                </a:cubicBezTo>
                <a:cubicBezTo>
                  <a:pt x="58532" y="145143"/>
                  <a:pt x="62523" y="141151"/>
                  <a:pt x="62523" y="136211"/>
                </a:cubicBezTo>
                <a:lnTo>
                  <a:pt x="62523" y="32741"/>
                </a:lnTo>
                <a:lnTo>
                  <a:pt x="91942" y="62160"/>
                </a:lnTo>
                <a:cubicBezTo>
                  <a:pt x="95431" y="65649"/>
                  <a:pt x="101098" y="65649"/>
                  <a:pt x="104587" y="62160"/>
                </a:cubicBezTo>
                <a:cubicBezTo>
                  <a:pt x="108076" y="58671"/>
                  <a:pt x="108076" y="53005"/>
                  <a:pt x="104587" y="49516"/>
                </a:cubicBezTo>
                <a:lnTo>
                  <a:pt x="59927" y="4857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790800" y="5091165"/>
            <a:ext cx="4764023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สบตาผู้ฟังมากขึ้น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57275" y="5877169"/>
            <a:ext cx="11477451" cy="625231"/>
          </a:xfrm>
          <a:custGeom>
            <a:avLst/>
            <a:gdLst/>
            <a:ahLst/>
            <a:cxnLst/>
            <a:rect l="l" t="t" r="r" b="b"/>
            <a:pathLst>
              <a:path w="11477451" h="625231">
                <a:moveTo>
                  <a:pt x="0" y="0"/>
                </a:moveTo>
                <a:lnTo>
                  <a:pt x="11477451" y="0"/>
                </a:lnTo>
                <a:lnTo>
                  <a:pt x="11477451" y="625231"/>
                </a:lnTo>
                <a:lnTo>
                  <a:pt x="0" y="625231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71640" y="6055807"/>
            <a:ext cx="267956" cy="267956"/>
          </a:xfrm>
          <a:custGeom>
            <a:avLst/>
            <a:gdLst/>
            <a:ahLst/>
            <a:cxnLst/>
            <a:rect l="l" t="t" r="r" b="b"/>
            <a:pathLst>
              <a:path w="267956" h="267956">
                <a:moveTo>
                  <a:pt x="126128" y="45584"/>
                </a:moveTo>
                <a:lnTo>
                  <a:pt x="133978" y="56417"/>
                </a:lnTo>
                <a:lnTo>
                  <a:pt x="141828" y="45584"/>
                </a:lnTo>
                <a:cubicBezTo>
                  <a:pt x="154912" y="27476"/>
                  <a:pt x="175951" y="16747"/>
                  <a:pt x="198298" y="16747"/>
                </a:cubicBezTo>
                <a:cubicBezTo>
                  <a:pt x="236764" y="16747"/>
                  <a:pt x="267956" y="47939"/>
                  <a:pt x="267956" y="86405"/>
                </a:cubicBezTo>
                <a:lnTo>
                  <a:pt x="267956" y="87766"/>
                </a:lnTo>
                <a:cubicBezTo>
                  <a:pt x="267956" y="146486"/>
                  <a:pt x="194739" y="214679"/>
                  <a:pt x="156534" y="243830"/>
                </a:cubicBezTo>
                <a:cubicBezTo>
                  <a:pt x="150045" y="248749"/>
                  <a:pt x="142090" y="251209"/>
                  <a:pt x="133978" y="251209"/>
                </a:cubicBezTo>
                <a:cubicBezTo>
                  <a:pt x="125866" y="251209"/>
                  <a:pt x="117859" y="248801"/>
                  <a:pt x="111422" y="243830"/>
                </a:cubicBezTo>
                <a:cubicBezTo>
                  <a:pt x="73217" y="214679"/>
                  <a:pt x="0" y="146486"/>
                  <a:pt x="0" y="87766"/>
                </a:cubicBezTo>
                <a:lnTo>
                  <a:pt x="0" y="86405"/>
                </a:lnTo>
                <a:cubicBezTo>
                  <a:pt x="0" y="47939"/>
                  <a:pt x="31192" y="16747"/>
                  <a:pt x="69658" y="16747"/>
                </a:cubicBezTo>
                <a:cubicBezTo>
                  <a:pt x="92005" y="16747"/>
                  <a:pt x="113044" y="27476"/>
                  <a:pt x="126128" y="45584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013767" y="6064738"/>
            <a:ext cx="4903596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กรอบ Plus/Delta ช่วยให้ feedback มีสร้างสรรค์และนำไปใช้ได้จริง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1">
            <a:off x="9485283" y="3795939"/>
            <a:ext cx="3617804" cy="2713353"/>
          </a:xfrm>
          <a:custGeom>
            <a:avLst/>
            <a:gdLst/>
            <a:ahLst/>
            <a:cxnLst/>
            <a:rect l="l" t="t" r="r" b="b"/>
            <a:pathLst>
              <a:path w="3617804" h="2713353">
                <a:moveTo>
                  <a:pt x="0" y="0"/>
                </a:moveTo>
                <a:lnTo>
                  <a:pt x="3617804" y="0"/>
                </a:lnTo>
                <a:lnTo>
                  <a:pt x="3617804" y="2713353"/>
                </a:lnTo>
                <a:lnTo>
                  <a:pt x="0" y="2713353"/>
                </a:lnTo>
                <a:lnTo>
                  <a:pt x="0" y="0"/>
                </a:lnTo>
                <a:close/>
              </a:path>
            </a:pathLst>
          </a:custGeom>
          <a:solidFill>
            <a:srgbClr val="CC00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83383"/>
            <a:ext cx="12192000" cy="72356"/>
          </a:xfrm>
          <a:custGeom>
            <a:avLst/>
            <a:gdLst/>
            <a:ahLst/>
            <a:cxnLst/>
            <a:rect l="l" t="t" r="r" b="b"/>
            <a:pathLst>
              <a:path w="12192000" h="72356">
                <a:moveTo>
                  <a:pt x="0" y="0"/>
                </a:moveTo>
                <a:lnTo>
                  <a:pt x="12192000" y="0"/>
                </a:lnTo>
                <a:lnTo>
                  <a:pt x="12192000" y="72356"/>
                </a:lnTo>
                <a:lnTo>
                  <a:pt x="0" y="7235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1780" y="416047"/>
            <a:ext cx="72356" cy="578849"/>
          </a:xfrm>
          <a:custGeom>
            <a:avLst/>
            <a:gdLst/>
            <a:ahLst/>
            <a:cxnLst/>
            <a:rect l="l" t="t" r="r" b="b"/>
            <a:pathLst>
              <a:path w="72356" h="578849">
                <a:moveTo>
                  <a:pt x="0" y="0"/>
                </a:moveTo>
                <a:lnTo>
                  <a:pt x="72356" y="0"/>
                </a:lnTo>
                <a:lnTo>
                  <a:pt x="72356" y="578849"/>
                </a:lnTo>
                <a:lnTo>
                  <a:pt x="0" y="578849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8849" y="361780"/>
            <a:ext cx="4486077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kern="0" spc="114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PREPARATION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78849" y="615027"/>
            <a:ext cx="4630789" cy="43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18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Checklist ก่อนนำเสนอ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1780" y="1266231"/>
            <a:ext cx="3681116" cy="2604819"/>
          </a:xfrm>
          <a:custGeom>
            <a:avLst/>
            <a:gdLst/>
            <a:ahLst/>
            <a:cxnLst/>
            <a:rect l="l" t="t" r="r" b="b"/>
            <a:pathLst>
              <a:path w="3681116" h="2604819">
                <a:moveTo>
                  <a:pt x="0" y="0"/>
                </a:moveTo>
                <a:lnTo>
                  <a:pt x="3681116" y="0"/>
                </a:lnTo>
                <a:lnTo>
                  <a:pt x="3681116" y="2604819"/>
                </a:lnTo>
                <a:lnTo>
                  <a:pt x="0" y="260481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78849" y="1483300"/>
            <a:ext cx="506493" cy="506493"/>
          </a:xfrm>
          <a:custGeom>
            <a:avLst/>
            <a:gdLst/>
            <a:ahLst/>
            <a:cxnLst/>
            <a:rect l="l" t="t" r="r" b="b"/>
            <a:pathLst>
              <a:path w="506493" h="506493">
                <a:moveTo>
                  <a:pt x="0" y="0"/>
                </a:moveTo>
                <a:lnTo>
                  <a:pt x="506493" y="0"/>
                </a:lnTo>
                <a:lnTo>
                  <a:pt x="506493" y="506493"/>
                </a:lnTo>
                <a:lnTo>
                  <a:pt x="0" y="506493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23561" y="1628012"/>
            <a:ext cx="217068" cy="217068"/>
          </a:xfrm>
          <a:custGeom>
            <a:avLst/>
            <a:gdLst/>
            <a:ahLst/>
            <a:cxnLst/>
            <a:rect l="l" t="t" r="r" b="b"/>
            <a:pathLst>
              <a:path w="217068" h="217068">
                <a:moveTo>
                  <a:pt x="27134" y="13567"/>
                </a:moveTo>
                <a:cubicBezTo>
                  <a:pt x="12168" y="13567"/>
                  <a:pt x="0" y="25734"/>
                  <a:pt x="0" y="40700"/>
                </a:cubicBezTo>
                <a:lnTo>
                  <a:pt x="0" y="149234"/>
                </a:lnTo>
                <a:cubicBezTo>
                  <a:pt x="0" y="164200"/>
                  <a:pt x="12168" y="176368"/>
                  <a:pt x="27134" y="176368"/>
                </a:cubicBezTo>
                <a:lnTo>
                  <a:pt x="88184" y="176368"/>
                </a:lnTo>
                <a:lnTo>
                  <a:pt x="81401" y="196718"/>
                </a:lnTo>
                <a:lnTo>
                  <a:pt x="50875" y="196718"/>
                </a:lnTo>
                <a:cubicBezTo>
                  <a:pt x="45237" y="196718"/>
                  <a:pt x="40700" y="201254"/>
                  <a:pt x="40700" y="206893"/>
                </a:cubicBezTo>
                <a:cubicBezTo>
                  <a:pt x="40700" y="212532"/>
                  <a:pt x="45237" y="217068"/>
                  <a:pt x="50875" y="217068"/>
                </a:cubicBezTo>
                <a:lnTo>
                  <a:pt x="166193" y="217068"/>
                </a:lnTo>
                <a:cubicBezTo>
                  <a:pt x="171832" y="217068"/>
                  <a:pt x="176368" y="212532"/>
                  <a:pt x="176368" y="206893"/>
                </a:cubicBezTo>
                <a:cubicBezTo>
                  <a:pt x="176368" y="201254"/>
                  <a:pt x="171832" y="196718"/>
                  <a:pt x="166193" y="196718"/>
                </a:cubicBezTo>
                <a:lnTo>
                  <a:pt x="135668" y="196718"/>
                </a:lnTo>
                <a:lnTo>
                  <a:pt x="128884" y="176368"/>
                </a:lnTo>
                <a:lnTo>
                  <a:pt x="189935" y="176368"/>
                </a:lnTo>
                <a:cubicBezTo>
                  <a:pt x="204901" y="176368"/>
                  <a:pt x="217068" y="164200"/>
                  <a:pt x="217068" y="149234"/>
                </a:cubicBezTo>
                <a:lnTo>
                  <a:pt x="217068" y="40700"/>
                </a:lnTo>
                <a:cubicBezTo>
                  <a:pt x="217068" y="25734"/>
                  <a:pt x="204901" y="13567"/>
                  <a:pt x="189935" y="13567"/>
                </a:cubicBezTo>
                <a:lnTo>
                  <a:pt x="27134" y="13567"/>
                </a:lnTo>
                <a:close/>
                <a:moveTo>
                  <a:pt x="40700" y="40700"/>
                </a:moveTo>
                <a:lnTo>
                  <a:pt x="176368" y="40700"/>
                </a:lnTo>
                <a:cubicBezTo>
                  <a:pt x="183872" y="40700"/>
                  <a:pt x="189935" y="46763"/>
                  <a:pt x="189935" y="54267"/>
                </a:cubicBezTo>
                <a:lnTo>
                  <a:pt x="189935" y="122101"/>
                </a:lnTo>
                <a:cubicBezTo>
                  <a:pt x="189935" y="129605"/>
                  <a:pt x="183872" y="135668"/>
                  <a:pt x="176368" y="135668"/>
                </a:cubicBezTo>
                <a:lnTo>
                  <a:pt x="40700" y="135668"/>
                </a:lnTo>
                <a:cubicBezTo>
                  <a:pt x="33196" y="135668"/>
                  <a:pt x="27134" y="129605"/>
                  <a:pt x="27134" y="122101"/>
                </a:cubicBezTo>
                <a:lnTo>
                  <a:pt x="27134" y="54267"/>
                </a:lnTo>
                <a:cubicBezTo>
                  <a:pt x="27134" y="46763"/>
                  <a:pt x="33196" y="40700"/>
                  <a:pt x="40700" y="40700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93875" y="1591834"/>
            <a:ext cx="651205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9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สไลด์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2766" y="2170682"/>
            <a:ext cx="158279" cy="180890"/>
          </a:xfrm>
          <a:custGeom>
            <a:avLst/>
            <a:gdLst/>
            <a:ahLst/>
            <a:cxnLst/>
            <a:rect l="l" t="t" r="r" b="b"/>
            <a:pathLst>
              <a:path w="158279" h="180890">
                <a:moveTo>
                  <a:pt x="22611" y="11306"/>
                </a:moveTo>
                <a:cubicBezTo>
                  <a:pt x="10140" y="11306"/>
                  <a:pt x="0" y="21445"/>
                  <a:pt x="0" y="33917"/>
                </a:cubicBezTo>
                <a:lnTo>
                  <a:pt x="0" y="146973"/>
                </a:lnTo>
                <a:cubicBezTo>
                  <a:pt x="0" y="159445"/>
                  <a:pt x="10140" y="169585"/>
                  <a:pt x="22611" y="169585"/>
                </a:cubicBezTo>
                <a:lnTo>
                  <a:pt x="135668" y="169585"/>
                </a:lnTo>
                <a:cubicBezTo>
                  <a:pt x="148139" y="169585"/>
                  <a:pt x="158279" y="159445"/>
                  <a:pt x="158279" y="146973"/>
                </a:cubicBezTo>
                <a:lnTo>
                  <a:pt x="158279" y="33917"/>
                </a:lnTo>
                <a:cubicBezTo>
                  <a:pt x="158279" y="21445"/>
                  <a:pt x="148139" y="11306"/>
                  <a:pt x="135668" y="11306"/>
                </a:cubicBezTo>
                <a:lnTo>
                  <a:pt x="22611" y="11306"/>
                </a:lnTo>
                <a:close/>
                <a:moveTo>
                  <a:pt x="108958" y="75147"/>
                </a:moveTo>
                <a:lnTo>
                  <a:pt x="80694" y="120370"/>
                </a:lnTo>
                <a:cubicBezTo>
                  <a:pt x="79210" y="122737"/>
                  <a:pt x="76666" y="124221"/>
                  <a:pt x="73875" y="124362"/>
                </a:cubicBezTo>
                <a:cubicBezTo>
                  <a:pt x="71084" y="124503"/>
                  <a:pt x="68399" y="123231"/>
                  <a:pt x="66739" y="120970"/>
                </a:cubicBezTo>
                <a:lnTo>
                  <a:pt x="49780" y="98359"/>
                </a:lnTo>
                <a:cubicBezTo>
                  <a:pt x="46954" y="94614"/>
                  <a:pt x="47731" y="89315"/>
                  <a:pt x="51476" y="86488"/>
                </a:cubicBezTo>
                <a:cubicBezTo>
                  <a:pt x="55221" y="83662"/>
                  <a:pt x="60520" y="84439"/>
                  <a:pt x="63347" y="88184"/>
                </a:cubicBezTo>
                <a:lnTo>
                  <a:pt x="72886" y="100903"/>
                </a:lnTo>
                <a:lnTo>
                  <a:pt x="94579" y="66173"/>
                </a:lnTo>
                <a:cubicBezTo>
                  <a:pt x="97052" y="62216"/>
                  <a:pt x="102281" y="60980"/>
                  <a:pt x="106273" y="63488"/>
                </a:cubicBezTo>
                <a:cubicBezTo>
                  <a:pt x="110265" y="65997"/>
                  <a:pt x="111467" y="71190"/>
                  <a:pt x="108958" y="75182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3496" y="2134504"/>
            <a:ext cx="1184831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ตรวจสอบการสะกด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2766" y="2496285"/>
            <a:ext cx="158279" cy="180890"/>
          </a:xfrm>
          <a:custGeom>
            <a:avLst/>
            <a:gdLst/>
            <a:ahLst/>
            <a:cxnLst/>
            <a:rect l="l" t="t" r="r" b="b"/>
            <a:pathLst>
              <a:path w="158279" h="180890">
                <a:moveTo>
                  <a:pt x="22611" y="11306"/>
                </a:moveTo>
                <a:cubicBezTo>
                  <a:pt x="10140" y="11306"/>
                  <a:pt x="0" y="21445"/>
                  <a:pt x="0" y="33917"/>
                </a:cubicBezTo>
                <a:lnTo>
                  <a:pt x="0" y="146973"/>
                </a:lnTo>
                <a:cubicBezTo>
                  <a:pt x="0" y="159445"/>
                  <a:pt x="10140" y="169585"/>
                  <a:pt x="22611" y="169585"/>
                </a:cubicBezTo>
                <a:lnTo>
                  <a:pt x="135668" y="169585"/>
                </a:lnTo>
                <a:cubicBezTo>
                  <a:pt x="148139" y="169585"/>
                  <a:pt x="158279" y="159445"/>
                  <a:pt x="158279" y="146973"/>
                </a:cubicBezTo>
                <a:lnTo>
                  <a:pt x="158279" y="33917"/>
                </a:lnTo>
                <a:cubicBezTo>
                  <a:pt x="158279" y="21445"/>
                  <a:pt x="148139" y="11306"/>
                  <a:pt x="135668" y="11306"/>
                </a:cubicBezTo>
                <a:lnTo>
                  <a:pt x="22611" y="11306"/>
                </a:lnTo>
                <a:close/>
                <a:moveTo>
                  <a:pt x="108958" y="75147"/>
                </a:moveTo>
                <a:lnTo>
                  <a:pt x="80694" y="120370"/>
                </a:lnTo>
                <a:cubicBezTo>
                  <a:pt x="79210" y="122737"/>
                  <a:pt x="76666" y="124221"/>
                  <a:pt x="73875" y="124362"/>
                </a:cubicBezTo>
                <a:cubicBezTo>
                  <a:pt x="71084" y="124503"/>
                  <a:pt x="68399" y="123231"/>
                  <a:pt x="66739" y="120970"/>
                </a:cubicBezTo>
                <a:lnTo>
                  <a:pt x="49780" y="98359"/>
                </a:lnTo>
                <a:cubicBezTo>
                  <a:pt x="46954" y="94614"/>
                  <a:pt x="47731" y="89315"/>
                  <a:pt x="51476" y="86488"/>
                </a:cubicBezTo>
                <a:cubicBezTo>
                  <a:pt x="55221" y="83662"/>
                  <a:pt x="60520" y="84439"/>
                  <a:pt x="63347" y="88184"/>
                </a:cubicBezTo>
                <a:lnTo>
                  <a:pt x="72886" y="100903"/>
                </a:lnTo>
                <a:lnTo>
                  <a:pt x="94579" y="66173"/>
                </a:lnTo>
                <a:cubicBezTo>
                  <a:pt x="97052" y="62216"/>
                  <a:pt x="102281" y="60980"/>
                  <a:pt x="106273" y="63488"/>
                </a:cubicBezTo>
                <a:cubicBezTo>
                  <a:pt x="110265" y="65997"/>
                  <a:pt x="111467" y="71190"/>
                  <a:pt x="108958" y="75182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3496" y="2460107"/>
            <a:ext cx="1157697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ตัวอักษรอ่านได้ชัด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2766" y="2821887"/>
            <a:ext cx="158279" cy="180890"/>
          </a:xfrm>
          <a:custGeom>
            <a:avLst/>
            <a:gdLst/>
            <a:ahLst/>
            <a:cxnLst/>
            <a:rect l="l" t="t" r="r" b="b"/>
            <a:pathLst>
              <a:path w="158279" h="180890">
                <a:moveTo>
                  <a:pt x="22611" y="11306"/>
                </a:moveTo>
                <a:cubicBezTo>
                  <a:pt x="10140" y="11306"/>
                  <a:pt x="0" y="21445"/>
                  <a:pt x="0" y="33917"/>
                </a:cubicBezTo>
                <a:lnTo>
                  <a:pt x="0" y="146973"/>
                </a:lnTo>
                <a:cubicBezTo>
                  <a:pt x="0" y="159445"/>
                  <a:pt x="10140" y="169585"/>
                  <a:pt x="22611" y="169585"/>
                </a:cubicBezTo>
                <a:lnTo>
                  <a:pt x="135668" y="169585"/>
                </a:lnTo>
                <a:cubicBezTo>
                  <a:pt x="148139" y="169585"/>
                  <a:pt x="158279" y="159445"/>
                  <a:pt x="158279" y="146973"/>
                </a:cubicBezTo>
                <a:lnTo>
                  <a:pt x="158279" y="33917"/>
                </a:lnTo>
                <a:cubicBezTo>
                  <a:pt x="158279" y="21445"/>
                  <a:pt x="148139" y="11306"/>
                  <a:pt x="135668" y="11306"/>
                </a:cubicBezTo>
                <a:lnTo>
                  <a:pt x="22611" y="11306"/>
                </a:lnTo>
                <a:close/>
                <a:moveTo>
                  <a:pt x="108958" y="75147"/>
                </a:moveTo>
                <a:lnTo>
                  <a:pt x="80694" y="120370"/>
                </a:lnTo>
                <a:cubicBezTo>
                  <a:pt x="79210" y="122737"/>
                  <a:pt x="76666" y="124221"/>
                  <a:pt x="73875" y="124362"/>
                </a:cubicBezTo>
                <a:cubicBezTo>
                  <a:pt x="71084" y="124503"/>
                  <a:pt x="68399" y="123231"/>
                  <a:pt x="66739" y="120970"/>
                </a:cubicBezTo>
                <a:lnTo>
                  <a:pt x="49780" y="98359"/>
                </a:lnTo>
                <a:cubicBezTo>
                  <a:pt x="46954" y="94614"/>
                  <a:pt x="47731" y="89315"/>
                  <a:pt x="51476" y="86488"/>
                </a:cubicBezTo>
                <a:cubicBezTo>
                  <a:pt x="55221" y="83662"/>
                  <a:pt x="60520" y="84439"/>
                  <a:pt x="63347" y="88184"/>
                </a:cubicBezTo>
                <a:lnTo>
                  <a:pt x="72886" y="100903"/>
                </a:lnTo>
                <a:lnTo>
                  <a:pt x="94579" y="66173"/>
                </a:lnTo>
                <a:cubicBezTo>
                  <a:pt x="97052" y="62216"/>
                  <a:pt x="102281" y="60980"/>
                  <a:pt x="106273" y="63488"/>
                </a:cubicBezTo>
                <a:cubicBezTo>
                  <a:pt x="110265" y="65997"/>
                  <a:pt x="111467" y="71190"/>
                  <a:pt x="108958" y="75182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3496" y="2785709"/>
            <a:ext cx="1139608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กราฟแสดงถูกต้อง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2766" y="3147490"/>
            <a:ext cx="158279" cy="180890"/>
          </a:xfrm>
          <a:custGeom>
            <a:avLst/>
            <a:gdLst/>
            <a:ahLst/>
            <a:cxnLst/>
            <a:rect l="l" t="t" r="r" b="b"/>
            <a:pathLst>
              <a:path w="158279" h="180890">
                <a:moveTo>
                  <a:pt x="22611" y="11306"/>
                </a:moveTo>
                <a:cubicBezTo>
                  <a:pt x="10140" y="11306"/>
                  <a:pt x="0" y="21445"/>
                  <a:pt x="0" y="33917"/>
                </a:cubicBezTo>
                <a:lnTo>
                  <a:pt x="0" y="146973"/>
                </a:lnTo>
                <a:cubicBezTo>
                  <a:pt x="0" y="159445"/>
                  <a:pt x="10140" y="169585"/>
                  <a:pt x="22611" y="169585"/>
                </a:cubicBezTo>
                <a:lnTo>
                  <a:pt x="135668" y="169585"/>
                </a:lnTo>
                <a:cubicBezTo>
                  <a:pt x="148139" y="169585"/>
                  <a:pt x="158279" y="159445"/>
                  <a:pt x="158279" y="146973"/>
                </a:cubicBezTo>
                <a:lnTo>
                  <a:pt x="158279" y="33917"/>
                </a:lnTo>
                <a:cubicBezTo>
                  <a:pt x="158279" y="21445"/>
                  <a:pt x="148139" y="11306"/>
                  <a:pt x="135668" y="11306"/>
                </a:cubicBezTo>
                <a:lnTo>
                  <a:pt x="22611" y="11306"/>
                </a:lnTo>
                <a:close/>
                <a:moveTo>
                  <a:pt x="108958" y="75147"/>
                </a:moveTo>
                <a:lnTo>
                  <a:pt x="80694" y="120370"/>
                </a:lnTo>
                <a:cubicBezTo>
                  <a:pt x="79210" y="122737"/>
                  <a:pt x="76666" y="124221"/>
                  <a:pt x="73875" y="124362"/>
                </a:cubicBezTo>
                <a:cubicBezTo>
                  <a:pt x="71084" y="124503"/>
                  <a:pt x="68399" y="123231"/>
                  <a:pt x="66739" y="120970"/>
                </a:cubicBezTo>
                <a:lnTo>
                  <a:pt x="49780" y="98359"/>
                </a:lnTo>
                <a:cubicBezTo>
                  <a:pt x="46954" y="94614"/>
                  <a:pt x="47731" y="89315"/>
                  <a:pt x="51476" y="86488"/>
                </a:cubicBezTo>
                <a:cubicBezTo>
                  <a:pt x="55221" y="83662"/>
                  <a:pt x="60520" y="84439"/>
                  <a:pt x="63347" y="88184"/>
                </a:cubicBezTo>
                <a:lnTo>
                  <a:pt x="72886" y="100903"/>
                </a:lnTo>
                <a:lnTo>
                  <a:pt x="94579" y="66173"/>
                </a:lnTo>
                <a:cubicBezTo>
                  <a:pt x="97052" y="62216"/>
                  <a:pt x="102281" y="60980"/>
                  <a:pt x="106273" y="63488"/>
                </a:cubicBezTo>
                <a:cubicBezTo>
                  <a:pt x="110265" y="65997"/>
                  <a:pt x="111467" y="71190"/>
                  <a:pt x="108958" y="75182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3496" y="3111312"/>
            <a:ext cx="967763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เลขหน้าถูกต้อง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2766" y="3473092"/>
            <a:ext cx="158279" cy="180890"/>
          </a:xfrm>
          <a:custGeom>
            <a:avLst/>
            <a:gdLst/>
            <a:ahLst/>
            <a:cxnLst/>
            <a:rect l="l" t="t" r="r" b="b"/>
            <a:pathLst>
              <a:path w="158279" h="180890">
                <a:moveTo>
                  <a:pt x="22611" y="11306"/>
                </a:moveTo>
                <a:cubicBezTo>
                  <a:pt x="10140" y="11306"/>
                  <a:pt x="0" y="21445"/>
                  <a:pt x="0" y="33917"/>
                </a:cubicBezTo>
                <a:lnTo>
                  <a:pt x="0" y="146973"/>
                </a:lnTo>
                <a:cubicBezTo>
                  <a:pt x="0" y="159445"/>
                  <a:pt x="10140" y="169585"/>
                  <a:pt x="22611" y="169585"/>
                </a:cubicBezTo>
                <a:lnTo>
                  <a:pt x="135668" y="169585"/>
                </a:lnTo>
                <a:cubicBezTo>
                  <a:pt x="148139" y="169585"/>
                  <a:pt x="158279" y="159445"/>
                  <a:pt x="158279" y="146973"/>
                </a:cubicBezTo>
                <a:lnTo>
                  <a:pt x="158279" y="33917"/>
                </a:lnTo>
                <a:cubicBezTo>
                  <a:pt x="158279" y="21445"/>
                  <a:pt x="148139" y="11306"/>
                  <a:pt x="135668" y="11306"/>
                </a:cubicBezTo>
                <a:lnTo>
                  <a:pt x="22611" y="11306"/>
                </a:lnTo>
                <a:close/>
                <a:moveTo>
                  <a:pt x="108958" y="75147"/>
                </a:moveTo>
                <a:lnTo>
                  <a:pt x="80694" y="120370"/>
                </a:lnTo>
                <a:cubicBezTo>
                  <a:pt x="79210" y="122737"/>
                  <a:pt x="76666" y="124221"/>
                  <a:pt x="73875" y="124362"/>
                </a:cubicBezTo>
                <a:cubicBezTo>
                  <a:pt x="71084" y="124503"/>
                  <a:pt x="68399" y="123231"/>
                  <a:pt x="66739" y="120970"/>
                </a:cubicBezTo>
                <a:lnTo>
                  <a:pt x="49780" y="98359"/>
                </a:lnTo>
                <a:cubicBezTo>
                  <a:pt x="46954" y="94614"/>
                  <a:pt x="47731" y="89315"/>
                  <a:pt x="51476" y="86488"/>
                </a:cubicBezTo>
                <a:cubicBezTo>
                  <a:pt x="55221" y="83662"/>
                  <a:pt x="60520" y="84439"/>
                  <a:pt x="63347" y="88184"/>
                </a:cubicBezTo>
                <a:lnTo>
                  <a:pt x="72886" y="100903"/>
                </a:lnTo>
                <a:lnTo>
                  <a:pt x="94579" y="66173"/>
                </a:lnTo>
                <a:cubicBezTo>
                  <a:pt x="97052" y="62216"/>
                  <a:pt x="102281" y="60980"/>
                  <a:pt x="106273" y="63488"/>
                </a:cubicBezTo>
                <a:cubicBezTo>
                  <a:pt x="110265" y="65997"/>
                  <a:pt x="111467" y="71190"/>
                  <a:pt x="108958" y="75182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3496" y="3436914"/>
            <a:ext cx="895407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Backup ไฟล์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55555" y="1266231"/>
            <a:ext cx="3681116" cy="2604819"/>
          </a:xfrm>
          <a:custGeom>
            <a:avLst/>
            <a:gdLst/>
            <a:ahLst/>
            <a:cxnLst/>
            <a:rect l="l" t="t" r="r" b="b"/>
            <a:pathLst>
              <a:path w="3681116" h="2604819">
                <a:moveTo>
                  <a:pt x="0" y="0"/>
                </a:moveTo>
                <a:lnTo>
                  <a:pt x="3681116" y="0"/>
                </a:lnTo>
                <a:lnTo>
                  <a:pt x="3681116" y="2604819"/>
                </a:lnTo>
                <a:lnTo>
                  <a:pt x="0" y="2604819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472624" y="1483300"/>
            <a:ext cx="506493" cy="506493"/>
          </a:xfrm>
          <a:custGeom>
            <a:avLst/>
            <a:gdLst/>
            <a:ahLst/>
            <a:cxnLst/>
            <a:rect l="l" t="t" r="r" b="b"/>
            <a:pathLst>
              <a:path w="506493" h="506493">
                <a:moveTo>
                  <a:pt x="0" y="0"/>
                </a:moveTo>
                <a:lnTo>
                  <a:pt x="506493" y="0"/>
                </a:lnTo>
                <a:lnTo>
                  <a:pt x="506493" y="506493"/>
                </a:lnTo>
                <a:lnTo>
                  <a:pt x="0" y="50649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17336" y="1628012"/>
            <a:ext cx="217068" cy="217068"/>
          </a:xfrm>
          <a:custGeom>
            <a:avLst/>
            <a:gdLst/>
            <a:ahLst/>
            <a:cxnLst/>
            <a:rect l="l" t="t" r="r" b="b"/>
            <a:pathLst>
              <a:path w="217068" h="217068">
                <a:moveTo>
                  <a:pt x="108534" y="0"/>
                </a:moveTo>
                <a:cubicBezTo>
                  <a:pt x="168436" y="0"/>
                  <a:pt x="217068" y="48633"/>
                  <a:pt x="217068" y="108534"/>
                </a:cubicBezTo>
                <a:cubicBezTo>
                  <a:pt x="217068" y="168436"/>
                  <a:pt x="168436" y="217068"/>
                  <a:pt x="108534" y="217068"/>
                </a:cubicBezTo>
                <a:cubicBezTo>
                  <a:pt x="48633" y="217068"/>
                  <a:pt x="0" y="168436"/>
                  <a:pt x="0" y="108534"/>
                </a:cubicBezTo>
                <a:cubicBezTo>
                  <a:pt x="0" y="48633"/>
                  <a:pt x="48633" y="0"/>
                  <a:pt x="108534" y="0"/>
                </a:cubicBezTo>
                <a:close/>
                <a:moveTo>
                  <a:pt x="98359" y="50875"/>
                </a:moveTo>
                <a:lnTo>
                  <a:pt x="98359" y="108534"/>
                </a:lnTo>
                <a:cubicBezTo>
                  <a:pt x="98359" y="111926"/>
                  <a:pt x="100055" y="115106"/>
                  <a:pt x="102895" y="117013"/>
                </a:cubicBezTo>
                <a:lnTo>
                  <a:pt x="143596" y="144147"/>
                </a:lnTo>
                <a:cubicBezTo>
                  <a:pt x="148259" y="147284"/>
                  <a:pt x="154576" y="146012"/>
                  <a:pt x="157714" y="141306"/>
                </a:cubicBezTo>
                <a:cubicBezTo>
                  <a:pt x="160851" y="136600"/>
                  <a:pt x="159579" y="130326"/>
                  <a:pt x="154873" y="127188"/>
                </a:cubicBezTo>
                <a:lnTo>
                  <a:pt x="118709" y="103107"/>
                </a:lnTo>
                <a:lnTo>
                  <a:pt x="118709" y="50875"/>
                </a:lnTo>
                <a:cubicBezTo>
                  <a:pt x="118709" y="45237"/>
                  <a:pt x="114173" y="40700"/>
                  <a:pt x="108534" y="40700"/>
                </a:cubicBezTo>
                <a:cubicBezTo>
                  <a:pt x="102895" y="40700"/>
                  <a:pt x="98359" y="45237"/>
                  <a:pt x="98359" y="50875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87650" y="1591834"/>
            <a:ext cx="551715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9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เวลา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06540" y="2170682"/>
            <a:ext cx="158279" cy="180890"/>
          </a:xfrm>
          <a:custGeom>
            <a:avLst/>
            <a:gdLst/>
            <a:ahLst/>
            <a:cxnLst/>
            <a:rect l="l" t="t" r="r" b="b"/>
            <a:pathLst>
              <a:path w="158279" h="180890">
                <a:moveTo>
                  <a:pt x="22611" y="11306"/>
                </a:moveTo>
                <a:cubicBezTo>
                  <a:pt x="10140" y="11306"/>
                  <a:pt x="0" y="21445"/>
                  <a:pt x="0" y="33917"/>
                </a:cubicBezTo>
                <a:lnTo>
                  <a:pt x="0" y="146973"/>
                </a:lnTo>
                <a:cubicBezTo>
                  <a:pt x="0" y="159445"/>
                  <a:pt x="10140" y="169585"/>
                  <a:pt x="22611" y="169585"/>
                </a:cubicBezTo>
                <a:lnTo>
                  <a:pt x="135668" y="169585"/>
                </a:lnTo>
                <a:cubicBezTo>
                  <a:pt x="148139" y="169585"/>
                  <a:pt x="158279" y="159445"/>
                  <a:pt x="158279" y="146973"/>
                </a:cubicBezTo>
                <a:lnTo>
                  <a:pt x="158279" y="33917"/>
                </a:lnTo>
                <a:cubicBezTo>
                  <a:pt x="158279" y="21445"/>
                  <a:pt x="148139" y="11306"/>
                  <a:pt x="135668" y="11306"/>
                </a:cubicBezTo>
                <a:lnTo>
                  <a:pt x="22611" y="11306"/>
                </a:lnTo>
                <a:close/>
                <a:moveTo>
                  <a:pt x="108958" y="75147"/>
                </a:moveTo>
                <a:lnTo>
                  <a:pt x="80694" y="120370"/>
                </a:lnTo>
                <a:cubicBezTo>
                  <a:pt x="79210" y="122737"/>
                  <a:pt x="76666" y="124221"/>
                  <a:pt x="73875" y="124362"/>
                </a:cubicBezTo>
                <a:cubicBezTo>
                  <a:pt x="71084" y="124503"/>
                  <a:pt x="68399" y="123231"/>
                  <a:pt x="66739" y="120970"/>
                </a:cubicBezTo>
                <a:lnTo>
                  <a:pt x="49780" y="98359"/>
                </a:lnTo>
                <a:cubicBezTo>
                  <a:pt x="46954" y="94614"/>
                  <a:pt x="47731" y="89315"/>
                  <a:pt x="51476" y="86488"/>
                </a:cubicBezTo>
                <a:cubicBezTo>
                  <a:pt x="55221" y="83662"/>
                  <a:pt x="60520" y="84439"/>
                  <a:pt x="63347" y="88184"/>
                </a:cubicBezTo>
                <a:lnTo>
                  <a:pt x="72886" y="100903"/>
                </a:lnTo>
                <a:lnTo>
                  <a:pt x="94579" y="66173"/>
                </a:lnTo>
                <a:cubicBezTo>
                  <a:pt x="97052" y="62216"/>
                  <a:pt x="102281" y="60980"/>
                  <a:pt x="106273" y="63488"/>
                </a:cubicBezTo>
                <a:cubicBezTo>
                  <a:pt x="110265" y="65997"/>
                  <a:pt x="111467" y="71190"/>
                  <a:pt x="108958" y="75182"/>
                </a:cubicBez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7270" y="2134504"/>
            <a:ext cx="795917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ซ้อมจับเวลา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06540" y="2496285"/>
            <a:ext cx="158279" cy="180890"/>
          </a:xfrm>
          <a:custGeom>
            <a:avLst/>
            <a:gdLst/>
            <a:ahLst/>
            <a:cxnLst/>
            <a:rect l="l" t="t" r="r" b="b"/>
            <a:pathLst>
              <a:path w="158279" h="180890">
                <a:moveTo>
                  <a:pt x="22611" y="11306"/>
                </a:moveTo>
                <a:cubicBezTo>
                  <a:pt x="10140" y="11306"/>
                  <a:pt x="0" y="21445"/>
                  <a:pt x="0" y="33917"/>
                </a:cubicBezTo>
                <a:lnTo>
                  <a:pt x="0" y="146973"/>
                </a:lnTo>
                <a:cubicBezTo>
                  <a:pt x="0" y="159445"/>
                  <a:pt x="10140" y="169585"/>
                  <a:pt x="22611" y="169585"/>
                </a:cubicBezTo>
                <a:lnTo>
                  <a:pt x="135668" y="169585"/>
                </a:lnTo>
                <a:cubicBezTo>
                  <a:pt x="148139" y="169585"/>
                  <a:pt x="158279" y="159445"/>
                  <a:pt x="158279" y="146973"/>
                </a:cubicBezTo>
                <a:lnTo>
                  <a:pt x="158279" y="33917"/>
                </a:lnTo>
                <a:cubicBezTo>
                  <a:pt x="158279" y="21445"/>
                  <a:pt x="148139" y="11306"/>
                  <a:pt x="135668" y="11306"/>
                </a:cubicBezTo>
                <a:lnTo>
                  <a:pt x="22611" y="11306"/>
                </a:lnTo>
                <a:close/>
                <a:moveTo>
                  <a:pt x="108958" y="75147"/>
                </a:moveTo>
                <a:lnTo>
                  <a:pt x="80694" y="120370"/>
                </a:lnTo>
                <a:cubicBezTo>
                  <a:pt x="79210" y="122737"/>
                  <a:pt x="76666" y="124221"/>
                  <a:pt x="73875" y="124362"/>
                </a:cubicBezTo>
                <a:cubicBezTo>
                  <a:pt x="71084" y="124503"/>
                  <a:pt x="68399" y="123231"/>
                  <a:pt x="66739" y="120970"/>
                </a:cubicBezTo>
                <a:lnTo>
                  <a:pt x="49780" y="98359"/>
                </a:lnTo>
                <a:cubicBezTo>
                  <a:pt x="46954" y="94614"/>
                  <a:pt x="47731" y="89315"/>
                  <a:pt x="51476" y="86488"/>
                </a:cubicBezTo>
                <a:cubicBezTo>
                  <a:pt x="55221" y="83662"/>
                  <a:pt x="60520" y="84439"/>
                  <a:pt x="63347" y="88184"/>
                </a:cubicBezTo>
                <a:lnTo>
                  <a:pt x="72886" y="100903"/>
                </a:lnTo>
                <a:lnTo>
                  <a:pt x="94579" y="66173"/>
                </a:lnTo>
                <a:cubicBezTo>
                  <a:pt x="97052" y="62216"/>
                  <a:pt x="102281" y="60980"/>
                  <a:pt x="106273" y="63488"/>
                </a:cubicBezTo>
                <a:cubicBezTo>
                  <a:pt x="110265" y="65997"/>
                  <a:pt x="111467" y="71190"/>
                  <a:pt x="108958" y="75182"/>
                </a:cubicBez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07270" y="2460107"/>
            <a:ext cx="1266231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เวลาไม่เกินที่กำหนด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06540" y="2821887"/>
            <a:ext cx="158279" cy="180890"/>
          </a:xfrm>
          <a:custGeom>
            <a:avLst/>
            <a:gdLst/>
            <a:ahLst/>
            <a:cxnLst/>
            <a:rect l="l" t="t" r="r" b="b"/>
            <a:pathLst>
              <a:path w="158279" h="180890">
                <a:moveTo>
                  <a:pt x="22611" y="11306"/>
                </a:moveTo>
                <a:cubicBezTo>
                  <a:pt x="10140" y="11306"/>
                  <a:pt x="0" y="21445"/>
                  <a:pt x="0" y="33917"/>
                </a:cubicBezTo>
                <a:lnTo>
                  <a:pt x="0" y="146973"/>
                </a:lnTo>
                <a:cubicBezTo>
                  <a:pt x="0" y="159445"/>
                  <a:pt x="10140" y="169585"/>
                  <a:pt x="22611" y="169585"/>
                </a:cubicBezTo>
                <a:lnTo>
                  <a:pt x="135668" y="169585"/>
                </a:lnTo>
                <a:cubicBezTo>
                  <a:pt x="148139" y="169585"/>
                  <a:pt x="158279" y="159445"/>
                  <a:pt x="158279" y="146973"/>
                </a:cubicBezTo>
                <a:lnTo>
                  <a:pt x="158279" y="33917"/>
                </a:lnTo>
                <a:cubicBezTo>
                  <a:pt x="158279" y="21445"/>
                  <a:pt x="148139" y="11306"/>
                  <a:pt x="135668" y="11306"/>
                </a:cubicBezTo>
                <a:lnTo>
                  <a:pt x="22611" y="11306"/>
                </a:lnTo>
                <a:close/>
                <a:moveTo>
                  <a:pt x="108958" y="75147"/>
                </a:moveTo>
                <a:lnTo>
                  <a:pt x="80694" y="120370"/>
                </a:lnTo>
                <a:cubicBezTo>
                  <a:pt x="79210" y="122737"/>
                  <a:pt x="76666" y="124221"/>
                  <a:pt x="73875" y="124362"/>
                </a:cubicBezTo>
                <a:cubicBezTo>
                  <a:pt x="71084" y="124503"/>
                  <a:pt x="68399" y="123231"/>
                  <a:pt x="66739" y="120970"/>
                </a:cubicBezTo>
                <a:lnTo>
                  <a:pt x="49780" y="98359"/>
                </a:lnTo>
                <a:cubicBezTo>
                  <a:pt x="46954" y="94614"/>
                  <a:pt x="47731" y="89315"/>
                  <a:pt x="51476" y="86488"/>
                </a:cubicBezTo>
                <a:cubicBezTo>
                  <a:pt x="55221" y="83662"/>
                  <a:pt x="60520" y="84439"/>
                  <a:pt x="63347" y="88184"/>
                </a:cubicBezTo>
                <a:lnTo>
                  <a:pt x="72886" y="100903"/>
                </a:lnTo>
                <a:lnTo>
                  <a:pt x="94579" y="66173"/>
                </a:lnTo>
                <a:cubicBezTo>
                  <a:pt x="97052" y="62216"/>
                  <a:pt x="102281" y="60980"/>
                  <a:pt x="106273" y="63488"/>
                </a:cubicBezTo>
                <a:cubicBezTo>
                  <a:pt x="110265" y="65997"/>
                  <a:pt x="111467" y="71190"/>
                  <a:pt x="108958" y="75182"/>
                </a:cubicBez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07270" y="2785709"/>
            <a:ext cx="705472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เวลา Q&amp;A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06540" y="3147490"/>
            <a:ext cx="158279" cy="180890"/>
          </a:xfrm>
          <a:custGeom>
            <a:avLst/>
            <a:gdLst/>
            <a:ahLst/>
            <a:cxnLst/>
            <a:rect l="l" t="t" r="r" b="b"/>
            <a:pathLst>
              <a:path w="158279" h="180890">
                <a:moveTo>
                  <a:pt x="22611" y="11306"/>
                </a:moveTo>
                <a:cubicBezTo>
                  <a:pt x="10140" y="11306"/>
                  <a:pt x="0" y="21445"/>
                  <a:pt x="0" y="33917"/>
                </a:cubicBezTo>
                <a:lnTo>
                  <a:pt x="0" y="146973"/>
                </a:lnTo>
                <a:cubicBezTo>
                  <a:pt x="0" y="159445"/>
                  <a:pt x="10140" y="169585"/>
                  <a:pt x="22611" y="169585"/>
                </a:cubicBezTo>
                <a:lnTo>
                  <a:pt x="135668" y="169585"/>
                </a:lnTo>
                <a:cubicBezTo>
                  <a:pt x="148139" y="169585"/>
                  <a:pt x="158279" y="159445"/>
                  <a:pt x="158279" y="146973"/>
                </a:cubicBezTo>
                <a:lnTo>
                  <a:pt x="158279" y="33917"/>
                </a:lnTo>
                <a:cubicBezTo>
                  <a:pt x="158279" y="21445"/>
                  <a:pt x="148139" y="11306"/>
                  <a:pt x="135668" y="11306"/>
                </a:cubicBezTo>
                <a:lnTo>
                  <a:pt x="22611" y="11306"/>
                </a:lnTo>
                <a:close/>
                <a:moveTo>
                  <a:pt x="108958" y="75147"/>
                </a:moveTo>
                <a:lnTo>
                  <a:pt x="80694" y="120370"/>
                </a:lnTo>
                <a:cubicBezTo>
                  <a:pt x="79210" y="122737"/>
                  <a:pt x="76666" y="124221"/>
                  <a:pt x="73875" y="124362"/>
                </a:cubicBezTo>
                <a:cubicBezTo>
                  <a:pt x="71084" y="124503"/>
                  <a:pt x="68399" y="123231"/>
                  <a:pt x="66739" y="120970"/>
                </a:cubicBezTo>
                <a:lnTo>
                  <a:pt x="49780" y="98359"/>
                </a:lnTo>
                <a:cubicBezTo>
                  <a:pt x="46954" y="94614"/>
                  <a:pt x="47731" y="89315"/>
                  <a:pt x="51476" y="86488"/>
                </a:cubicBezTo>
                <a:cubicBezTo>
                  <a:pt x="55221" y="83662"/>
                  <a:pt x="60520" y="84439"/>
                  <a:pt x="63347" y="88184"/>
                </a:cubicBezTo>
                <a:lnTo>
                  <a:pt x="72886" y="100903"/>
                </a:lnTo>
                <a:lnTo>
                  <a:pt x="94579" y="66173"/>
                </a:lnTo>
                <a:cubicBezTo>
                  <a:pt x="97052" y="62216"/>
                  <a:pt x="102281" y="60980"/>
                  <a:pt x="106273" y="63488"/>
                </a:cubicBezTo>
                <a:cubicBezTo>
                  <a:pt x="110265" y="65997"/>
                  <a:pt x="111467" y="71190"/>
                  <a:pt x="108958" y="75182"/>
                </a:cubicBez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07270" y="3111312"/>
            <a:ext cx="768783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มาก่อนเวลา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506540" y="3473092"/>
            <a:ext cx="158279" cy="180890"/>
          </a:xfrm>
          <a:custGeom>
            <a:avLst/>
            <a:gdLst/>
            <a:ahLst/>
            <a:cxnLst/>
            <a:rect l="l" t="t" r="r" b="b"/>
            <a:pathLst>
              <a:path w="158279" h="180890">
                <a:moveTo>
                  <a:pt x="22611" y="11306"/>
                </a:moveTo>
                <a:cubicBezTo>
                  <a:pt x="10140" y="11306"/>
                  <a:pt x="0" y="21445"/>
                  <a:pt x="0" y="33917"/>
                </a:cubicBezTo>
                <a:lnTo>
                  <a:pt x="0" y="146973"/>
                </a:lnTo>
                <a:cubicBezTo>
                  <a:pt x="0" y="159445"/>
                  <a:pt x="10140" y="169585"/>
                  <a:pt x="22611" y="169585"/>
                </a:cubicBezTo>
                <a:lnTo>
                  <a:pt x="135668" y="169585"/>
                </a:lnTo>
                <a:cubicBezTo>
                  <a:pt x="148139" y="169585"/>
                  <a:pt x="158279" y="159445"/>
                  <a:pt x="158279" y="146973"/>
                </a:cubicBezTo>
                <a:lnTo>
                  <a:pt x="158279" y="33917"/>
                </a:lnTo>
                <a:cubicBezTo>
                  <a:pt x="158279" y="21445"/>
                  <a:pt x="148139" y="11306"/>
                  <a:pt x="135668" y="11306"/>
                </a:cubicBezTo>
                <a:lnTo>
                  <a:pt x="22611" y="11306"/>
                </a:lnTo>
                <a:close/>
                <a:moveTo>
                  <a:pt x="108958" y="75147"/>
                </a:moveTo>
                <a:lnTo>
                  <a:pt x="80694" y="120370"/>
                </a:lnTo>
                <a:cubicBezTo>
                  <a:pt x="79210" y="122737"/>
                  <a:pt x="76666" y="124221"/>
                  <a:pt x="73875" y="124362"/>
                </a:cubicBezTo>
                <a:cubicBezTo>
                  <a:pt x="71084" y="124503"/>
                  <a:pt x="68399" y="123231"/>
                  <a:pt x="66739" y="120970"/>
                </a:cubicBezTo>
                <a:lnTo>
                  <a:pt x="49780" y="98359"/>
                </a:lnTo>
                <a:cubicBezTo>
                  <a:pt x="46954" y="94614"/>
                  <a:pt x="47731" y="89315"/>
                  <a:pt x="51476" y="86488"/>
                </a:cubicBezTo>
                <a:cubicBezTo>
                  <a:pt x="55221" y="83662"/>
                  <a:pt x="60520" y="84439"/>
                  <a:pt x="63347" y="88184"/>
                </a:cubicBezTo>
                <a:lnTo>
                  <a:pt x="72886" y="100903"/>
                </a:lnTo>
                <a:lnTo>
                  <a:pt x="94579" y="66173"/>
                </a:lnTo>
                <a:cubicBezTo>
                  <a:pt x="97052" y="62216"/>
                  <a:pt x="102281" y="60980"/>
                  <a:pt x="106273" y="63488"/>
                </a:cubicBezTo>
                <a:cubicBezTo>
                  <a:pt x="110265" y="65997"/>
                  <a:pt x="111467" y="71190"/>
                  <a:pt x="108958" y="75182"/>
                </a:cubicBez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07270" y="3436914"/>
            <a:ext cx="931585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เตรียมสรุปด่วน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49330" y="1266231"/>
            <a:ext cx="3681116" cy="2604819"/>
          </a:xfrm>
          <a:custGeom>
            <a:avLst/>
            <a:gdLst/>
            <a:ahLst/>
            <a:cxnLst/>
            <a:rect l="l" t="t" r="r" b="b"/>
            <a:pathLst>
              <a:path w="3681116" h="2604819">
                <a:moveTo>
                  <a:pt x="0" y="0"/>
                </a:moveTo>
                <a:lnTo>
                  <a:pt x="3681116" y="0"/>
                </a:lnTo>
                <a:lnTo>
                  <a:pt x="3681116" y="2604819"/>
                </a:lnTo>
                <a:lnTo>
                  <a:pt x="0" y="260481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366398" y="1483300"/>
            <a:ext cx="506493" cy="506493"/>
          </a:xfrm>
          <a:custGeom>
            <a:avLst/>
            <a:gdLst/>
            <a:ahLst/>
            <a:cxnLst/>
            <a:rect l="l" t="t" r="r" b="b"/>
            <a:pathLst>
              <a:path w="506493" h="506493">
                <a:moveTo>
                  <a:pt x="0" y="0"/>
                </a:moveTo>
                <a:lnTo>
                  <a:pt x="506493" y="0"/>
                </a:lnTo>
                <a:lnTo>
                  <a:pt x="506493" y="506493"/>
                </a:lnTo>
                <a:lnTo>
                  <a:pt x="0" y="506493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511111" y="1628012"/>
            <a:ext cx="217068" cy="217068"/>
          </a:xfrm>
          <a:custGeom>
            <a:avLst/>
            <a:gdLst/>
            <a:ahLst/>
            <a:cxnLst/>
            <a:rect l="l" t="t" r="r" b="b"/>
            <a:pathLst>
              <a:path w="217068" h="217068">
                <a:moveTo>
                  <a:pt x="108534" y="217068"/>
                </a:moveTo>
                <a:cubicBezTo>
                  <a:pt x="168436" y="217068"/>
                  <a:pt x="217068" y="168436"/>
                  <a:pt x="217068" y="108534"/>
                </a:cubicBezTo>
                <a:cubicBezTo>
                  <a:pt x="217068" y="48633"/>
                  <a:pt x="168436" y="0"/>
                  <a:pt x="108534" y="0"/>
                </a:cubicBezTo>
                <a:cubicBezTo>
                  <a:pt x="48633" y="0"/>
                  <a:pt x="0" y="48633"/>
                  <a:pt x="0" y="108534"/>
                </a:cubicBezTo>
                <a:cubicBezTo>
                  <a:pt x="0" y="168436"/>
                  <a:pt x="48633" y="217068"/>
                  <a:pt x="108534" y="217068"/>
                </a:cubicBezTo>
                <a:close/>
                <a:moveTo>
                  <a:pt x="108534" y="74617"/>
                </a:moveTo>
                <a:cubicBezTo>
                  <a:pt x="101030" y="74617"/>
                  <a:pt x="94967" y="80680"/>
                  <a:pt x="94967" y="88184"/>
                </a:cubicBezTo>
                <a:cubicBezTo>
                  <a:pt x="94967" y="93823"/>
                  <a:pt x="90431" y="98359"/>
                  <a:pt x="84792" y="98359"/>
                </a:cubicBezTo>
                <a:cubicBezTo>
                  <a:pt x="79154" y="98359"/>
                  <a:pt x="74617" y="93823"/>
                  <a:pt x="74617" y="88184"/>
                </a:cubicBezTo>
                <a:cubicBezTo>
                  <a:pt x="74617" y="69445"/>
                  <a:pt x="89795" y="54267"/>
                  <a:pt x="108534" y="54267"/>
                </a:cubicBezTo>
                <a:cubicBezTo>
                  <a:pt x="127273" y="54267"/>
                  <a:pt x="142451" y="69445"/>
                  <a:pt x="142451" y="88184"/>
                </a:cubicBezTo>
                <a:cubicBezTo>
                  <a:pt x="142451" y="108195"/>
                  <a:pt x="127188" y="116674"/>
                  <a:pt x="118709" y="119769"/>
                </a:cubicBezTo>
                <a:lnTo>
                  <a:pt x="118709" y="121380"/>
                </a:lnTo>
                <a:cubicBezTo>
                  <a:pt x="118709" y="127019"/>
                  <a:pt x="114173" y="131555"/>
                  <a:pt x="108534" y="131555"/>
                </a:cubicBezTo>
                <a:cubicBezTo>
                  <a:pt x="102895" y="131555"/>
                  <a:pt x="98359" y="127019"/>
                  <a:pt x="98359" y="121380"/>
                </a:cubicBezTo>
                <a:lnTo>
                  <a:pt x="98359" y="117946"/>
                </a:lnTo>
                <a:cubicBezTo>
                  <a:pt x="98359" y="109255"/>
                  <a:pt x="104634" y="103023"/>
                  <a:pt x="111120" y="100903"/>
                </a:cubicBezTo>
                <a:cubicBezTo>
                  <a:pt x="113834" y="100013"/>
                  <a:pt x="116717" y="98571"/>
                  <a:pt x="118836" y="96536"/>
                </a:cubicBezTo>
                <a:cubicBezTo>
                  <a:pt x="120659" y="94755"/>
                  <a:pt x="122101" y="92296"/>
                  <a:pt x="122101" y="88226"/>
                </a:cubicBezTo>
                <a:cubicBezTo>
                  <a:pt x="122101" y="80722"/>
                  <a:pt x="116038" y="74660"/>
                  <a:pt x="108534" y="74660"/>
                </a:cubicBezTo>
                <a:close/>
                <a:moveTo>
                  <a:pt x="94967" y="156018"/>
                </a:moveTo>
                <a:cubicBezTo>
                  <a:pt x="94967" y="148530"/>
                  <a:pt x="101046" y="142451"/>
                  <a:pt x="108534" y="142451"/>
                </a:cubicBezTo>
                <a:cubicBezTo>
                  <a:pt x="116022" y="142451"/>
                  <a:pt x="122101" y="148530"/>
                  <a:pt x="122101" y="156018"/>
                </a:cubicBezTo>
                <a:cubicBezTo>
                  <a:pt x="122101" y="163506"/>
                  <a:pt x="116022" y="169585"/>
                  <a:pt x="108534" y="169585"/>
                </a:cubicBezTo>
                <a:cubicBezTo>
                  <a:pt x="101046" y="169585"/>
                  <a:pt x="94967" y="163506"/>
                  <a:pt x="94967" y="156018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981425" y="1591834"/>
            <a:ext cx="578849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9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Q&amp;A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400315" y="2170682"/>
            <a:ext cx="158279" cy="180890"/>
          </a:xfrm>
          <a:custGeom>
            <a:avLst/>
            <a:gdLst/>
            <a:ahLst/>
            <a:cxnLst/>
            <a:rect l="l" t="t" r="r" b="b"/>
            <a:pathLst>
              <a:path w="158279" h="180890">
                <a:moveTo>
                  <a:pt x="22611" y="11306"/>
                </a:moveTo>
                <a:cubicBezTo>
                  <a:pt x="10140" y="11306"/>
                  <a:pt x="0" y="21445"/>
                  <a:pt x="0" y="33917"/>
                </a:cubicBezTo>
                <a:lnTo>
                  <a:pt x="0" y="146973"/>
                </a:lnTo>
                <a:cubicBezTo>
                  <a:pt x="0" y="159445"/>
                  <a:pt x="10140" y="169585"/>
                  <a:pt x="22611" y="169585"/>
                </a:cubicBezTo>
                <a:lnTo>
                  <a:pt x="135668" y="169585"/>
                </a:lnTo>
                <a:cubicBezTo>
                  <a:pt x="148139" y="169585"/>
                  <a:pt x="158279" y="159445"/>
                  <a:pt x="158279" y="146973"/>
                </a:cubicBezTo>
                <a:lnTo>
                  <a:pt x="158279" y="33917"/>
                </a:lnTo>
                <a:cubicBezTo>
                  <a:pt x="158279" y="21445"/>
                  <a:pt x="148139" y="11306"/>
                  <a:pt x="135668" y="11306"/>
                </a:cubicBezTo>
                <a:lnTo>
                  <a:pt x="22611" y="11306"/>
                </a:lnTo>
                <a:close/>
                <a:moveTo>
                  <a:pt x="108958" y="75147"/>
                </a:moveTo>
                <a:lnTo>
                  <a:pt x="80694" y="120370"/>
                </a:lnTo>
                <a:cubicBezTo>
                  <a:pt x="79210" y="122737"/>
                  <a:pt x="76666" y="124221"/>
                  <a:pt x="73875" y="124362"/>
                </a:cubicBezTo>
                <a:cubicBezTo>
                  <a:pt x="71084" y="124503"/>
                  <a:pt x="68399" y="123231"/>
                  <a:pt x="66739" y="120970"/>
                </a:cubicBezTo>
                <a:lnTo>
                  <a:pt x="49780" y="98359"/>
                </a:lnTo>
                <a:cubicBezTo>
                  <a:pt x="46954" y="94614"/>
                  <a:pt x="47731" y="89315"/>
                  <a:pt x="51476" y="86488"/>
                </a:cubicBezTo>
                <a:cubicBezTo>
                  <a:pt x="55221" y="83662"/>
                  <a:pt x="60520" y="84439"/>
                  <a:pt x="63347" y="88184"/>
                </a:cubicBezTo>
                <a:lnTo>
                  <a:pt x="72886" y="100903"/>
                </a:lnTo>
                <a:lnTo>
                  <a:pt x="94579" y="66173"/>
                </a:lnTo>
                <a:cubicBezTo>
                  <a:pt x="97052" y="62216"/>
                  <a:pt x="102281" y="60980"/>
                  <a:pt x="106273" y="63488"/>
                </a:cubicBezTo>
                <a:cubicBezTo>
                  <a:pt x="110265" y="65997"/>
                  <a:pt x="111467" y="71190"/>
                  <a:pt x="108958" y="75182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701045" y="2134504"/>
            <a:ext cx="868273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เตรียมคำตอบ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400315" y="2496285"/>
            <a:ext cx="158279" cy="180890"/>
          </a:xfrm>
          <a:custGeom>
            <a:avLst/>
            <a:gdLst/>
            <a:ahLst/>
            <a:cxnLst/>
            <a:rect l="l" t="t" r="r" b="b"/>
            <a:pathLst>
              <a:path w="158279" h="180890">
                <a:moveTo>
                  <a:pt x="22611" y="11306"/>
                </a:moveTo>
                <a:cubicBezTo>
                  <a:pt x="10140" y="11306"/>
                  <a:pt x="0" y="21445"/>
                  <a:pt x="0" y="33917"/>
                </a:cubicBezTo>
                <a:lnTo>
                  <a:pt x="0" y="146973"/>
                </a:lnTo>
                <a:cubicBezTo>
                  <a:pt x="0" y="159445"/>
                  <a:pt x="10140" y="169585"/>
                  <a:pt x="22611" y="169585"/>
                </a:cubicBezTo>
                <a:lnTo>
                  <a:pt x="135668" y="169585"/>
                </a:lnTo>
                <a:cubicBezTo>
                  <a:pt x="148139" y="169585"/>
                  <a:pt x="158279" y="159445"/>
                  <a:pt x="158279" y="146973"/>
                </a:cubicBezTo>
                <a:lnTo>
                  <a:pt x="158279" y="33917"/>
                </a:lnTo>
                <a:cubicBezTo>
                  <a:pt x="158279" y="21445"/>
                  <a:pt x="148139" y="11306"/>
                  <a:pt x="135668" y="11306"/>
                </a:cubicBezTo>
                <a:lnTo>
                  <a:pt x="22611" y="11306"/>
                </a:lnTo>
                <a:close/>
                <a:moveTo>
                  <a:pt x="108958" y="75147"/>
                </a:moveTo>
                <a:lnTo>
                  <a:pt x="80694" y="120370"/>
                </a:lnTo>
                <a:cubicBezTo>
                  <a:pt x="79210" y="122737"/>
                  <a:pt x="76666" y="124221"/>
                  <a:pt x="73875" y="124362"/>
                </a:cubicBezTo>
                <a:cubicBezTo>
                  <a:pt x="71084" y="124503"/>
                  <a:pt x="68399" y="123231"/>
                  <a:pt x="66739" y="120970"/>
                </a:cubicBezTo>
                <a:lnTo>
                  <a:pt x="49780" y="98359"/>
                </a:lnTo>
                <a:cubicBezTo>
                  <a:pt x="46954" y="94614"/>
                  <a:pt x="47731" y="89315"/>
                  <a:pt x="51476" y="86488"/>
                </a:cubicBezTo>
                <a:cubicBezTo>
                  <a:pt x="55221" y="83662"/>
                  <a:pt x="60520" y="84439"/>
                  <a:pt x="63347" y="88184"/>
                </a:cubicBezTo>
                <a:lnTo>
                  <a:pt x="72886" y="100903"/>
                </a:lnTo>
                <a:lnTo>
                  <a:pt x="94579" y="66173"/>
                </a:lnTo>
                <a:cubicBezTo>
                  <a:pt x="97052" y="62216"/>
                  <a:pt x="102281" y="60980"/>
                  <a:pt x="106273" y="63488"/>
                </a:cubicBezTo>
                <a:cubicBezTo>
                  <a:pt x="110265" y="65997"/>
                  <a:pt x="111467" y="71190"/>
                  <a:pt x="108958" y="75182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701045" y="2460107"/>
            <a:ext cx="1112475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หลักฐานสนับสนุน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400315" y="2821887"/>
            <a:ext cx="158279" cy="180890"/>
          </a:xfrm>
          <a:custGeom>
            <a:avLst/>
            <a:gdLst/>
            <a:ahLst/>
            <a:cxnLst/>
            <a:rect l="l" t="t" r="r" b="b"/>
            <a:pathLst>
              <a:path w="158279" h="180890">
                <a:moveTo>
                  <a:pt x="22611" y="11306"/>
                </a:moveTo>
                <a:cubicBezTo>
                  <a:pt x="10140" y="11306"/>
                  <a:pt x="0" y="21445"/>
                  <a:pt x="0" y="33917"/>
                </a:cubicBezTo>
                <a:lnTo>
                  <a:pt x="0" y="146973"/>
                </a:lnTo>
                <a:cubicBezTo>
                  <a:pt x="0" y="159445"/>
                  <a:pt x="10140" y="169585"/>
                  <a:pt x="22611" y="169585"/>
                </a:cubicBezTo>
                <a:lnTo>
                  <a:pt x="135668" y="169585"/>
                </a:lnTo>
                <a:cubicBezTo>
                  <a:pt x="148139" y="169585"/>
                  <a:pt x="158279" y="159445"/>
                  <a:pt x="158279" y="146973"/>
                </a:cubicBezTo>
                <a:lnTo>
                  <a:pt x="158279" y="33917"/>
                </a:lnTo>
                <a:cubicBezTo>
                  <a:pt x="158279" y="21445"/>
                  <a:pt x="148139" y="11306"/>
                  <a:pt x="135668" y="11306"/>
                </a:cubicBezTo>
                <a:lnTo>
                  <a:pt x="22611" y="11306"/>
                </a:lnTo>
                <a:close/>
                <a:moveTo>
                  <a:pt x="108958" y="75147"/>
                </a:moveTo>
                <a:lnTo>
                  <a:pt x="80694" y="120370"/>
                </a:lnTo>
                <a:cubicBezTo>
                  <a:pt x="79210" y="122737"/>
                  <a:pt x="76666" y="124221"/>
                  <a:pt x="73875" y="124362"/>
                </a:cubicBezTo>
                <a:cubicBezTo>
                  <a:pt x="71084" y="124503"/>
                  <a:pt x="68399" y="123231"/>
                  <a:pt x="66739" y="120970"/>
                </a:cubicBezTo>
                <a:lnTo>
                  <a:pt x="49780" y="98359"/>
                </a:lnTo>
                <a:cubicBezTo>
                  <a:pt x="46954" y="94614"/>
                  <a:pt x="47731" y="89315"/>
                  <a:pt x="51476" y="86488"/>
                </a:cubicBezTo>
                <a:cubicBezTo>
                  <a:pt x="55221" y="83662"/>
                  <a:pt x="60520" y="84439"/>
                  <a:pt x="63347" y="88184"/>
                </a:cubicBezTo>
                <a:lnTo>
                  <a:pt x="72886" y="100903"/>
                </a:lnTo>
                <a:lnTo>
                  <a:pt x="94579" y="66173"/>
                </a:lnTo>
                <a:cubicBezTo>
                  <a:pt x="97052" y="62216"/>
                  <a:pt x="102281" y="60980"/>
                  <a:pt x="106273" y="63488"/>
                </a:cubicBezTo>
                <a:cubicBezTo>
                  <a:pt x="110265" y="65997"/>
                  <a:pt x="111467" y="71190"/>
                  <a:pt x="108958" y="75182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701045" y="2785709"/>
            <a:ext cx="651205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รู้ว่าใครมา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400315" y="3147490"/>
            <a:ext cx="158279" cy="180890"/>
          </a:xfrm>
          <a:custGeom>
            <a:avLst/>
            <a:gdLst/>
            <a:ahLst/>
            <a:cxnLst/>
            <a:rect l="l" t="t" r="r" b="b"/>
            <a:pathLst>
              <a:path w="158279" h="180890">
                <a:moveTo>
                  <a:pt x="22611" y="11306"/>
                </a:moveTo>
                <a:cubicBezTo>
                  <a:pt x="10140" y="11306"/>
                  <a:pt x="0" y="21445"/>
                  <a:pt x="0" y="33917"/>
                </a:cubicBezTo>
                <a:lnTo>
                  <a:pt x="0" y="146973"/>
                </a:lnTo>
                <a:cubicBezTo>
                  <a:pt x="0" y="159445"/>
                  <a:pt x="10140" y="169585"/>
                  <a:pt x="22611" y="169585"/>
                </a:cubicBezTo>
                <a:lnTo>
                  <a:pt x="135668" y="169585"/>
                </a:lnTo>
                <a:cubicBezTo>
                  <a:pt x="148139" y="169585"/>
                  <a:pt x="158279" y="159445"/>
                  <a:pt x="158279" y="146973"/>
                </a:cubicBezTo>
                <a:lnTo>
                  <a:pt x="158279" y="33917"/>
                </a:lnTo>
                <a:cubicBezTo>
                  <a:pt x="158279" y="21445"/>
                  <a:pt x="148139" y="11306"/>
                  <a:pt x="135668" y="11306"/>
                </a:cubicBezTo>
                <a:lnTo>
                  <a:pt x="22611" y="11306"/>
                </a:lnTo>
                <a:close/>
                <a:moveTo>
                  <a:pt x="108958" y="75147"/>
                </a:moveTo>
                <a:lnTo>
                  <a:pt x="80694" y="120370"/>
                </a:lnTo>
                <a:cubicBezTo>
                  <a:pt x="79210" y="122737"/>
                  <a:pt x="76666" y="124221"/>
                  <a:pt x="73875" y="124362"/>
                </a:cubicBezTo>
                <a:cubicBezTo>
                  <a:pt x="71084" y="124503"/>
                  <a:pt x="68399" y="123231"/>
                  <a:pt x="66739" y="120970"/>
                </a:cubicBezTo>
                <a:lnTo>
                  <a:pt x="49780" y="98359"/>
                </a:lnTo>
                <a:cubicBezTo>
                  <a:pt x="46954" y="94614"/>
                  <a:pt x="47731" y="89315"/>
                  <a:pt x="51476" y="86488"/>
                </a:cubicBezTo>
                <a:cubicBezTo>
                  <a:pt x="55221" y="83662"/>
                  <a:pt x="60520" y="84439"/>
                  <a:pt x="63347" y="88184"/>
                </a:cubicBezTo>
                <a:lnTo>
                  <a:pt x="72886" y="100903"/>
                </a:lnTo>
                <a:lnTo>
                  <a:pt x="94579" y="66173"/>
                </a:lnTo>
                <a:cubicBezTo>
                  <a:pt x="97052" y="62216"/>
                  <a:pt x="102281" y="60980"/>
                  <a:pt x="106273" y="63488"/>
                </a:cubicBezTo>
                <a:cubicBezTo>
                  <a:pt x="110265" y="65997"/>
                  <a:pt x="111467" y="71190"/>
                  <a:pt x="108958" y="75182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701045" y="3111312"/>
            <a:ext cx="1067252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คาดการณ์คำถาม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400315" y="3473092"/>
            <a:ext cx="158279" cy="180890"/>
          </a:xfrm>
          <a:custGeom>
            <a:avLst/>
            <a:gdLst/>
            <a:ahLst/>
            <a:cxnLst/>
            <a:rect l="l" t="t" r="r" b="b"/>
            <a:pathLst>
              <a:path w="158279" h="180890">
                <a:moveTo>
                  <a:pt x="22611" y="11306"/>
                </a:moveTo>
                <a:cubicBezTo>
                  <a:pt x="10140" y="11306"/>
                  <a:pt x="0" y="21445"/>
                  <a:pt x="0" y="33917"/>
                </a:cubicBezTo>
                <a:lnTo>
                  <a:pt x="0" y="146973"/>
                </a:lnTo>
                <a:cubicBezTo>
                  <a:pt x="0" y="159445"/>
                  <a:pt x="10140" y="169585"/>
                  <a:pt x="22611" y="169585"/>
                </a:cubicBezTo>
                <a:lnTo>
                  <a:pt x="135668" y="169585"/>
                </a:lnTo>
                <a:cubicBezTo>
                  <a:pt x="148139" y="169585"/>
                  <a:pt x="158279" y="159445"/>
                  <a:pt x="158279" y="146973"/>
                </a:cubicBezTo>
                <a:lnTo>
                  <a:pt x="158279" y="33917"/>
                </a:lnTo>
                <a:cubicBezTo>
                  <a:pt x="158279" y="21445"/>
                  <a:pt x="148139" y="11306"/>
                  <a:pt x="135668" y="11306"/>
                </a:cubicBezTo>
                <a:lnTo>
                  <a:pt x="22611" y="11306"/>
                </a:lnTo>
                <a:close/>
                <a:moveTo>
                  <a:pt x="108958" y="75147"/>
                </a:moveTo>
                <a:lnTo>
                  <a:pt x="80694" y="120370"/>
                </a:lnTo>
                <a:cubicBezTo>
                  <a:pt x="79210" y="122737"/>
                  <a:pt x="76666" y="124221"/>
                  <a:pt x="73875" y="124362"/>
                </a:cubicBezTo>
                <a:cubicBezTo>
                  <a:pt x="71084" y="124503"/>
                  <a:pt x="68399" y="123231"/>
                  <a:pt x="66739" y="120970"/>
                </a:cubicBezTo>
                <a:lnTo>
                  <a:pt x="49780" y="98359"/>
                </a:lnTo>
                <a:cubicBezTo>
                  <a:pt x="46954" y="94614"/>
                  <a:pt x="47731" y="89315"/>
                  <a:pt x="51476" y="86488"/>
                </a:cubicBezTo>
                <a:cubicBezTo>
                  <a:pt x="55221" y="83662"/>
                  <a:pt x="60520" y="84439"/>
                  <a:pt x="63347" y="88184"/>
                </a:cubicBezTo>
                <a:lnTo>
                  <a:pt x="72886" y="100903"/>
                </a:lnTo>
                <a:lnTo>
                  <a:pt x="94579" y="66173"/>
                </a:lnTo>
                <a:cubicBezTo>
                  <a:pt x="97052" y="62216"/>
                  <a:pt x="102281" y="60980"/>
                  <a:pt x="106273" y="63488"/>
                </a:cubicBezTo>
                <a:cubicBezTo>
                  <a:pt x="110265" y="65997"/>
                  <a:pt x="111467" y="71190"/>
                  <a:pt x="108958" y="75182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701045" y="3436914"/>
            <a:ext cx="1085341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เตรียมใจให้พร้อม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61780" y="4088119"/>
            <a:ext cx="11468439" cy="633116"/>
          </a:xfrm>
          <a:custGeom>
            <a:avLst/>
            <a:gdLst/>
            <a:ahLst/>
            <a:cxnLst/>
            <a:rect l="l" t="t" r="r" b="b"/>
            <a:pathLst>
              <a:path w="11468439" h="633116">
                <a:moveTo>
                  <a:pt x="0" y="0"/>
                </a:moveTo>
                <a:lnTo>
                  <a:pt x="11468439" y="0"/>
                </a:lnTo>
                <a:lnTo>
                  <a:pt x="11468439" y="633116"/>
                </a:lnTo>
                <a:lnTo>
                  <a:pt x="0" y="633116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12766" y="4269009"/>
            <a:ext cx="203501" cy="271335"/>
          </a:xfrm>
          <a:custGeom>
            <a:avLst/>
            <a:gdLst/>
            <a:ahLst/>
            <a:cxnLst/>
            <a:rect l="l" t="t" r="r" b="b"/>
            <a:pathLst>
              <a:path w="203501" h="271335">
                <a:moveTo>
                  <a:pt x="165027" y="16958"/>
                </a:moveTo>
                <a:lnTo>
                  <a:pt x="169585" y="16958"/>
                </a:lnTo>
                <a:cubicBezTo>
                  <a:pt x="188292" y="16958"/>
                  <a:pt x="203501" y="32168"/>
                  <a:pt x="203501" y="50875"/>
                </a:cubicBezTo>
                <a:lnTo>
                  <a:pt x="203501" y="237418"/>
                </a:lnTo>
                <a:cubicBezTo>
                  <a:pt x="203501" y="256126"/>
                  <a:pt x="188292" y="271335"/>
                  <a:pt x="169585" y="271335"/>
                </a:cubicBezTo>
                <a:lnTo>
                  <a:pt x="33917" y="271335"/>
                </a:lnTo>
                <a:cubicBezTo>
                  <a:pt x="15210" y="271335"/>
                  <a:pt x="0" y="256126"/>
                  <a:pt x="0" y="237418"/>
                </a:cubicBezTo>
                <a:lnTo>
                  <a:pt x="0" y="50875"/>
                </a:lnTo>
                <a:cubicBezTo>
                  <a:pt x="0" y="32168"/>
                  <a:pt x="15210" y="16958"/>
                  <a:pt x="33917" y="16958"/>
                </a:cubicBezTo>
                <a:lnTo>
                  <a:pt x="38474" y="16958"/>
                </a:lnTo>
                <a:cubicBezTo>
                  <a:pt x="44304" y="6836"/>
                  <a:pt x="55274" y="0"/>
                  <a:pt x="67834" y="0"/>
                </a:cubicBezTo>
                <a:lnTo>
                  <a:pt x="135668" y="0"/>
                </a:lnTo>
                <a:cubicBezTo>
                  <a:pt x="148228" y="0"/>
                  <a:pt x="159198" y="6836"/>
                  <a:pt x="165027" y="16958"/>
                </a:cubicBezTo>
                <a:close/>
                <a:moveTo>
                  <a:pt x="131428" y="59355"/>
                </a:moveTo>
                <a:cubicBezTo>
                  <a:pt x="138476" y="59355"/>
                  <a:pt x="144147" y="53684"/>
                  <a:pt x="144147" y="46636"/>
                </a:cubicBezTo>
                <a:cubicBezTo>
                  <a:pt x="144147" y="39587"/>
                  <a:pt x="138476" y="33917"/>
                  <a:pt x="131428" y="33917"/>
                </a:cubicBezTo>
                <a:lnTo>
                  <a:pt x="72073" y="33917"/>
                </a:lnTo>
                <a:cubicBezTo>
                  <a:pt x="65025" y="33917"/>
                  <a:pt x="59355" y="39587"/>
                  <a:pt x="59355" y="46636"/>
                </a:cubicBezTo>
                <a:cubicBezTo>
                  <a:pt x="59355" y="53684"/>
                  <a:pt x="65025" y="59355"/>
                  <a:pt x="72073" y="59355"/>
                </a:cubicBezTo>
                <a:lnTo>
                  <a:pt x="131428" y="59355"/>
                </a:lnTo>
                <a:close/>
                <a:moveTo>
                  <a:pt x="146479" y="138158"/>
                </a:moveTo>
                <a:cubicBezTo>
                  <a:pt x="150188" y="132223"/>
                  <a:pt x="148386" y="124380"/>
                  <a:pt x="142451" y="120617"/>
                </a:cubicBezTo>
                <a:cubicBezTo>
                  <a:pt x="136516" y="116854"/>
                  <a:pt x="128672" y="118709"/>
                  <a:pt x="124910" y="124645"/>
                </a:cubicBezTo>
                <a:lnTo>
                  <a:pt x="92371" y="176739"/>
                </a:lnTo>
                <a:lnTo>
                  <a:pt x="78062" y="157661"/>
                </a:lnTo>
                <a:cubicBezTo>
                  <a:pt x="73822" y="152043"/>
                  <a:pt x="65873" y="150877"/>
                  <a:pt x="60256" y="155117"/>
                </a:cubicBezTo>
                <a:cubicBezTo>
                  <a:pt x="54638" y="159357"/>
                  <a:pt x="53472" y="167306"/>
                  <a:pt x="57712" y="172923"/>
                </a:cubicBezTo>
                <a:lnTo>
                  <a:pt x="83149" y="206840"/>
                </a:lnTo>
                <a:cubicBezTo>
                  <a:pt x="85640" y="210179"/>
                  <a:pt x="89668" y="212087"/>
                  <a:pt x="93854" y="211928"/>
                </a:cubicBezTo>
                <a:cubicBezTo>
                  <a:pt x="98041" y="211769"/>
                  <a:pt x="101857" y="209543"/>
                  <a:pt x="104083" y="205939"/>
                </a:cubicBezTo>
                <a:lnTo>
                  <a:pt x="146479" y="138105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026552" y="4278053"/>
            <a:ext cx="4847858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2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การเตรียมตัวอย่างละเอียดจะช่วยลดความกังวลและเพิ่มความมั่นใจ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1">
            <a:off x="-934705" y="-254109"/>
            <a:ext cx="2778125" cy="3175000"/>
          </a:xfrm>
          <a:custGeom>
            <a:avLst/>
            <a:gdLst/>
            <a:ahLst/>
            <a:cxnLst/>
            <a:rect l="l" t="t" r="r" b="b"/>
            <a:pathLst>
              <a:path w="2778125" h="3175000">
                <a:moveTo>
                  <a:pt x="0" y="0"/>
                </a:moveTo>
                <a:lnTo>
                  <a:pt x="2778125" y="0"/>
                </a:lnTo>
                <a:lnTo>
                  <a:pt x="2778125" y="3175000"/>
                </a:lnTo>
                <a:lnTo>
                  <a:pt x="0" y="31750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2128500" y="0"/>
            <a:ext cx="63500" cy="6858000"/>
          </a:xfrm>
          <a:custGeom>
            <a:avLst/>
            <a:gdLst/>
            <a:ahLst/>
            <a:cxnLst/>
            <a:rect l="l" t="t" r="r" b="b"/>
            <a:pathLst>
              <a:path w="63500" h="6858000">
                <a:moveTo>
                  <a:pt x="0" y="0"/>
                </a:moveTo>
                <a:lnTo>
                  <a:pt x="63500" y="0"/>
                </a:lnTo>
                <a:lnTo>
                  <a:pt x="635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17500" y="317500"/>
            <a:ext cx="1277938" cy="381000"/>
          </a:xfrm>
          <a:custGeom>
            <a:avLst/>
            <a:gdLst/>
            <a:ahLst/>
            <a:cxnLst/>
            <a:rect l="l" t="t" r="r" b="b"/>
            <a:pathLst>
              <a:path w="1277938" h="381000">
                <a:moveTo>
                  <a:pt x="0" y="0"/>
                </a:moveTo>
                <a:lnTo>
                  <a:pt x="1277938" y="0"/>
                </a:lnTo>
                <a:lnTo>
                  <a:pt x="1277938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8000" y="412750"/>
            <a:ext cx="960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1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CASE STUDY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17500" y="825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Case: NCD Policy Pitch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17500" y="1270000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000000">
                    <a:alpha val="7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ตัวอย่างการนำเสนอนโยบาย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17500" y="1682750"/>
            <a:ext cx="5683250" cy="4222750"/>
          </a:xfrm>
          <a:custGeom>
            <a:avLst/>
            <a:gdLst/>
            <a:ahLst/>
            <a:cxnLst/>
            <a:rect l="l" t="t" r="r" b="b"/>
            <a:pathLst>
              <a:path w="5683250" h="4222750">
                <a:moveTo>
                  <a:pt x="0" y="0"/>
                </a:moveTo>
                <a:lnTo>
                  <a:pt x="5683250" y="0"/>
                </a:lnTo>
                <a:lnTo>
                  <a:pt x="5683250" y="4222750"/>
                </a:lnTo>
                <a:lnTo>
                  <a:pt x="0" y="422275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84838" y="4841875"/>
            <a:ext cx="1039812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375" b="1" dirty="0">
                <a:solidFill>
                  <a:srgbClr val="000000">
                    <a:alpha val="1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!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1250" y="1682750"/>
            <a:ext cx="5683250" cy="4222750"/>
          </a:xfrm>
          <a:custGeom>
            <a:avLst/>
            <a:gdLst/>
            <a:ahLst/>
            <a:cxnLst/>
            <a:rect l="l" t="t" r="r" b="b"/>
            <a:pathLst>
              <a:path w="5683250" h="4222750">
                <a:moveTo>
                  <a:pt x="0" y="0"/>
                </a:moveTo>
                <a:lnTo>
                  <a:pt x="5683250" y="0"/>
                </a:lnTo>
                <a:lnTo>
                  <a:pt x="5683250" y="4222750"/>
                </a:lnTo>
                <a:lnTo>
                  <a:pt x="0" y="4222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109623" y="4841875"/>
            <a:ext cx="1484313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375" b="1" dirty="0">
                <a:solidFill>
                  <a:srgbClr val="CC0000">
                    <a:alpha val="1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8000" y="187325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0" y="0"/>
                </a:moveTo>
                <a:lnTo>
                  <a:pt x="444500" y="0"/>
                </a:lnTo>
                <a:lnTo>
                  <a:pt x="444500" y="444500"/>
                </a:lnTo>
                <a:lnTo>
                  <a:pt x="0" y="444500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5000" y="2000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47750" y="1968500"/>
            <a:ext cx="6429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ปัญหา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8000" y="2444750"/>
            <a:ext cx="5302250" cy="920750"/>
          </a:xfrm>
          <a:custGeom>
            <a:avLst/>
            <a:gdLst/>
            <a:ahLst/>
            <a:cxnLst/>
            <a:rect l="l" t="t" r="r" b="b"/>
            <a:pathLst>
              <a:path w="5302250" h="920750">
                <a:moveTo>
                  <a:pt x="0" y="0"/>
                </a:moveTo>
                <a:lnTo>
                  <a:pt x="5302250" y="0"/>
                </a:lnTo>
                <a:lnTo>
                  <a:pt x="5302250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5000" y="2571750"/>
            <a:ext cx="5238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73%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5000" y="3016250"/>
            <a:ext cx="5119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ของประชากรไทยเสี่ยงต่อโรค NCD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8000" y="3492500"/>
            <a:ext cx="5302250" cy="920750"/>
          </a:xfrm>
          <a:custGeom>
            <a:avLst/>
            <a:gdLst/>
            <a:ahLst/>
            <a:cxnLst/>
            <a:rect l="l" t="t" r="r" b="b"/>
            <a:pathLst>
              <a:path w="5302250" h="920750">
                <a:moveTo>
                  <a:pt x="0" y="0"/>
                </a:moveTo>
                <a:lnTo>
                  <a:pt x="5302250" y="0"/>
                </a:lnTo>
                <a:lnTo>
                  <a:pt x="5302250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5000" y="3619500"/>
            <a:ext cx="5238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฿300B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5000" y="4064000"/>
            <a:ext cx="5119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ต้นทุนทางเศรษฐกิจต่อปี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8000" y="4540250"/>
            <a:ext cx="5302250" cy="920750"/>
          </a:xfrm>
          <a:custGeom>
            <a:avLst/>
            <a:gdLst/>
            <a:ahLst/>
            <a:cxnLst/>
            <a:rect l="l" t="t" r="r" b="b"/>
            <a:pathLst>
              <a:path w="5302250" h="920750">
                <a:moveTo>
                  <a:pt x="0" y="0"/>
                </a:moveTo>
                <a:lnTo>
                  <a:pt x="5302250" y="0"/>
                </a:lnTo>
                <a:lnTo>
                  <a:pt x="5302250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5000" y="4667250"/>
            <a:ext cx="5238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#1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5000" y="5111750"/>
            <a:ext cx="5119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สาเหตุการเสียชีวิตอันดับ 1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81750" y="187325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0" y="0"/>
                </a:moveTo>
                <a:lnTo>
                  <a:pt x="444500" y="0"/>
                </a:lnTo>
                <a:lnTo>
                  <a:pt x="444500" y="444500"/>
                </a:lnTo>
                <a:lnTo>
                  <a:pt x="0" y="4445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532563" y="20002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921500" y="1968500"/>
            <a:ext cx="809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ทางออก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81750" y="2444750"/>
            <a:ext cx="5302250" cy="730250"/>
          </a:xfrm>
          <a:custGeom>
            <a:avLst/>
            <a:gdLst/>
            <a:ahLst/>
            <a:cxnLst/>
            <a:rect l="l" t="t" r="r" b="b"/>
            <a:pathLst>
              <a:path w="5302250" h="730250">
                <a:moveTo>
                  <a:pt x="0" y="0"/>
                </a:moveTo>
                <a:lnTo>
                  <a:pt x="5302250" y="0"/>
                </a:lnTo>
                <a:lnTo>
                  <a:pt x="5302250" y="730250"/>
                </a:lnTo>
                <a:lnTo>
                  <a:pt x="0" y="73025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08750" y="2571750"/>
            <a:ext cx="511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ข้อเสนอแนะ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08750" y="2825750"/>
            <a:ext cx="5119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ขออนุมัติงบ 50 ล้านบาทสำหรับโครงการป้องกัน NCD ระดับชุมชน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81750" y="3302000"/>
            <a:ext cx="5302250" cy="1143000"/>
          </a:xfrm>
          <a:custGeom>
            <a:avLst/>
            <a:gdLst/>
            <a:ahLst/>
            <a:cxnLst/>
            <a:rect l="l" t="t" r="r" b="b"/>
            <a:pathLst>
              <a:path w="5302250" h="1143000">
                <a:moveTo>
                  <a:pt x="0" y="0"/>
                </a:moveTo>
                <a:lnTo>
                  <a:pt x="5302250" y="0"/>
                </a:lnTo>
                <a:lnTo>
                  <a:pt x="530225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08750" y="3429000"/>
            <a:ext cx="511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วิธีการ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08750" y="3683000"/>
            <a:ext cx="511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• ตรวจคัดกรองฟรี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08750" y="3905250"/>
            <a:ext cx="511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• ให้คำปรึกษา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08750" y="4127500"/>
            <a:ext cx="511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• ส่งเสริมพฤติกรรมสุขภาพ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81750" y="4572000"/>
            <a:ext cx="5302250" cy="1143000"/>
          </a:xfrm>
          <a:custGeom>
            <a:avLst/>
            <a:gdLst/>
            <a:ahLst/>
            <a:cxnLst/>
            <a:rect l="l" t="t" r="r" b="b"/>
            <a:pathLst>
              <a:path w="5302250" h="1143000">
                <a:moveTo>
                  <a:pt x="0" y="0"/>
                </a:moveTo>
                <a:lnTo>
                  <a:pt x="5302250" y="0"/>
                </a:lnTo>
                <a:lnTo>
                  <a:pt x="530225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08750" y="4699000"/>
            <a:ext cx="511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ผลประโยชน์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08750" y="4953000"/>
            <a:ext cx="511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• ลดต้นทุน 30%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08750" y="5175250"/>
            <a:ext cx="511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• ชีวิต 10,000 คนต่อปี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08750" y="5397500"/>
            <a:ext cx="511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• ROI 3:1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17500" y="6096000"/>
            <a:ext cx="11557000" cy="555625"/>
          </a:xfrm>
          <a:custGeom>
            <a:avLst/>
            <a:gdLst/>
            <a:ahLst/>
            <a:cxnLst/>
            <a:rect l="l" t="t" r="r" b="b"/>
            <a:pathLst>
              <a:path w="11557000" h="555625">
                <a:moveTo>
                  <a:pt x="0" y="0"/>
                </a:moveTo>
                <a:lnTo>
                  <a:pt x="11557000" y="0"/>
                </a:lnTo>
                <a:lnTo>
                  <a:pt x="11557000" y="555625"/>
                </a:lnTo>
                <a:lnTo>
                  <a:pt x="0" y="555625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93117" y="6254750"/>
            <a:ext cx="267891" cy="238125"/>
          </a:xfrm>
          <a:custGeom>
            <a:avLst/>
            <a:gdLst/>
            <a:ahLst/>
            <a:cxnLst/>
            <a:rect l="l" t="t" r="r" b="b"/>
            <a:pathLst>
              <a:path w="267891" h="238125">
                <a:moveTo>
                  <a:pt x="143945" y="-8790"/>
                </a:moveTo>
                <a:cubicBezTo>
                  <a:pt x="142038" y="-12511"/>
                  <a:pt x="138178" y="-14883"/>
                  <a:pt x="133992" y="-14883"/>
                </a:cubicBezTo>
                <a:cubicBezTo>
                  <a:pt x="129806" y="-14883"/>
                  <a:pt x="125946" y="-12511"/>
                  <a:pt x="124039" y="-8790"/>
                </a:cubicBezTo>
                <a:lnTo>
                  <a:pt x="89808" y="58276"/>
                </a:lnTo>
                <a:lnTo>
                  <a:pt x="15441" y="70089"/>
                </a:lnTo>
                <a:cubicBezTo>
                  <a:pt x="11302" y="70740"/>
                  <a:pt x="7860" y="73670"/>
                  <a:pt x="6558" y="77670"/>
                </a:cubicBezTo>
                <a:cubicBezTo>
                  <a:pt x="5255" y="81669"/>
                  <a:pt x="6325" y="86041"/>
                  <a:pt x="9255" y="89018"/>
                </a:cubicBezTo>
                <a:lnTo>
                  <a:pt x="62461" y="142270"/>
                </a:lnTo>
                <a:lnTo>
                  <a:pt x="50741" y="216638"/>
                </a:lnTo>
                <a:cubicBezTo>
                  <a:pt x="50090" y="220777"/>
                  <a:pt x="51811" y="224963"/>
                  <a:pt x="55206" y="227428"/>
                </a:cubicBezTo>
                <a:cubicBezTo>
                  <a:pt x="58601" y="229893"/>
                  <a:pt x="63066" y="230265"/>
                  <a:pt x="66833" y="228358"/>
                </a:cubicBezTo>
                <a:lnTo>
                  <a:pt x="133992" y="194221"/>
                </a:lnTo>
                <a:lnTo>
                  <a:pt x="201104" y="228358"/>
                </a:lnTo>
                <a:cubicBezTo>
                  <a:pt x="204825" y="230265"/>
                  <a:pt x="209336" y="229893"/>
                  <a:pt x="212731" y="227428"/>
                </a:cubicBezTo>
                <a:cubicBezTo>
                  <a:pt x="216126" y="224963"/>
                  <a:pt x="217847" y="220824"/>
                  <a:pt x="217196" y="216638"/>
                </a:cubicBezTo>
                <a:lnTo>
                  <a:pt x="205429" y="142270"/>
                </a:lnTo>
                <a:lnTo>
                  <a:pt x="258635" y="89018"/>
                </a:lnTo>
                <a:cubicBezTo>
                  <a:pt x="261612" y="86041"/>
                  <a:pt x="262635" y="81669"/>
                  <a:pt x="261333" y="77670"/>
                </a:cubicBezTo>
                <a:cubicBezTo>
                  <a:pt x="260031" y="73670"/>
                  <a:pt x="256635" y="70740"/>
                  <a:pt x="252450" y="70089"/>
                </a:cubicBezTo>
                <a:lnTo>
                  <a:pt x="178129" y="58276"/>
                </a:lnTo>
                <a:lnTo>
                  <a:pt x="143945" y="-8790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00906" y="6262688"/>
            <a:ext cx="399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ตัวอย่างนี้แสดงวิธีการสรุปนโยบายซับซ้อนให้กระชับและมีพลัง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1">
            <a:off x="-950152" y="-1044154"/>
            <a:ext cx="4091275" cy="3273020"/>
          </a:xfrm>
          <a:custGeom>
            <a:avLst/>
            <a:gdLst/>
            <a:ahLst/>
            <a:cxnLst/>
            <a:rect l="l" t="t" r="r" b="b"/>
            <a:pathLst>
              <a:path w="4091275" h="3273020">
                <a:moveTo>
                  <a:pt x="0" y="0"/>
                </a:moveTo>
                <a:lnTo>
                  <a:pt x="4091275" y="0"/>
                </a:lnTo>
                <a:lnTo>
                  <a:pt x="4091275" y="3273020"/>
                </a:lnTo>
                <a:lnTo>
                  <a:pt x="0" y="327302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720001">
            <a:off x="9919393" y="-564612"/>
            <a:ext cx="2454765" cy="1636510"/>
          </a:xfrm>
          <a:custGeom>
            <a:avLst/>
            <a:gdLst/>
            <a:ahLst/>
            <a:cxnLst/>
            <a:rect l="l" t="t" r="r" b="b"/>
            <a:pathLst>
              <a:path w="2454765" h="1636510">
                <a:moveTo>
                  <a:pt x="0" y="0"/>
                </a:moveTo>
                <a:lnTo>
                  <a:pt x="2454765" y="0"/>
                </a:lnTo>
                <a:lnTo>
                  <a:pt x="2454765" y="1636510"/>
                </a:lnTo>
                <a:lnTo>
                  <a:pt x="0" y="16365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-720001">
            <a:off x="-437015" y="4818292"/>
            <a:ext cx="1636510" cy="1227383"/>
          </a:xfrm>
          <a:custGeom>
            <a:avLst/>
            <a:gdLst/>
            <a:ahLst/>
            <a:cxnLst/>
            <a:rect l="l" t="t" r="r" b="b"/>
            <a:pathLst>
              <a:path w="1636510" h="1227383">
                <a:moveTo>
                  <a:pt x="0" y="0"/>
                </a:moveTo>
                <a:lnTo>
                  <a:pt x="1636510" y="0"/>
                </a:lnTo>
                <a:lnTo>
                  <a:pt x="1636510" y="1227383"/>
                </a:lnTo>
                <a:lnTo>
                  <a:pt x="0" y="122738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720001">
            <a:off x="9352317" y="4743386"/>
            <a:ext cx="3273020" cy="2454765"/>
          </a:xfrm>
          <a:custGeom>
            <a:avLst/>
            <a:gdLst/>
            <a:ahLst/>
            <a:cxnLst/>
            <a:rect l="l" t="t" r="r" b="b"/>
            <a:pathLst>
              <a:path w="3273020" h="2454765">
                <a:moveTo>
                  <a:pt x="0" y="0"/>
                </a:moveTo>
                <a:lnTo>
                  <a:pt x="3273020" y="0"/>
                </a:lnTo>
                <a:lnTo>
                  <a:pt x="3273020" y="2454765"/>
                </a:lnTo>
                <a:lnTo>
                  <a:pt x="0" y="2454765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63998" y="973723"/>
            <a:ext cx="5498674" cy="4909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5772" b="1" dirty="0">
                <a:solidFill>
                  <a:srgbClr val="000000">
                    <a:alpha val="3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7302" y="1006454"/>
            <a:ext cx="1112827" cy="392762"/>
          </a:xfrm>
          <a:custGeom>
            <a:avLst/>
            <a:gdLst/>
            <a:ahLst/>
            <a:cxnLst/>
            <a:rect l="l" t="t" r="r" b="b"/>
            <a:pathLst>
              <a:path w="1112827" h="392762">
                <a:moveTo>
                  <a:pt x="0" y="0"/>
                </a:moveTo>
                <a:lnTo>
                  <a:pt x="1112827" y="0"/>
                </a:lnTo>
                <a:lnTo>
                  <a:pt x="1112827" y="392762"/>
                </a:lnTo>
                <a:lnTo>
                  <a:pt x="0" y="392762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3683" y="1104644"/>
            <a:ext cx="785525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kern="0" spc="103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WRAP-UP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7302" y="1530137"/>
            <a:ext cx="11733777" cy="392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93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สรุปบทเรียนหลัก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7302" y="1988360"/>
            <a:ext cx="1047366" cy="32730"/>
          </a:xfrm>
          <a:custGeom>
            <a:avLst/>
            <a:gdLst/>
            <a:ahLst/>
            <a:cxnLst/>
            <a:rect l="l" t="t" r="r" b="b"/>
            <a:pathLst>
              <a:path w="1047366" h="32730">
                <a:moveTo>
                  <a:pt x="0" y="0"/>
                </a:moveTo>
                <a:lnTo>
                  <a:pt x="1047366" y="0"/>
                </a:lnTo>
                <a:lnTo>
                  <a:pt x="1047366" y="32730"/>
                </a:lnTo>
                <a:lnTo>
                  <a:pt x="0" y="3273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7302" y="2217471"/>
            <a:ext cx="3714878" cy="1718336"/>
          </a:xfrm>
          <a:custGeom>
            <a:avLst/>
            <a:gdLst/>
            <a:ahLst/>
            <a:cxnLst/>
            <a:rect l="l" t="t" r="r" b="b"/>
            <a:pathLst>
              <a:path w="3714878" h="1718336">
                <a:moveTo>
                  <a:pt x="0" y="0"/>
                </a:moveTo>
                <a:lnTo>
                  <a:pt x="3714878" y="0"/>
                </a:lnTo>
                <a:lnTo>
                  <a:pt x="3714878" y="1718336"/>
                </a:lnTo>
                <a:lnTo>
                  <a:pt x="0" y="1718336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45877" y="2086550"/>
            <a:ext cx="1137374" cy="818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443" b="1" dirty="0">
                <a:solidFill>
                  <a:srgbClr val="000000">
                    <a:alpha val="2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37947" y="2217471"/>
            <a:ext cx="3714878" cy="1718336"/>
          </a:xfrm>
          <a:custGeom>
            <a:avLst/>
            <a:gdLst/>
            <a:ahLst/>
            <a:cxnLst/>
            <a:rect l="l" t="t" r="r" b="b"/>
            <a:pathLst>
              <a:path w="3714878" h="1718336">
                <a:moveTo>
                  <a:pt x="0" y="0"/>
                </a:moveTo>
                <a:lnTo>
                  <a:pt x="3714878" y="0"/>
                </a:lnTo>
                <a:lnTo>
                  <a:pt x="3714878" y="1718336"/>
                </a:lnTo>
                <a:lnTo>
                  <a:pt x="0" y="17183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06908" y="2086550"/>
            <a:ext cx="883715" cy="818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443" b="1" dirty="0">
                <a:solidFill>
                  <a:srgbClr val="CC0000">
                    <a:alpha val="2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48593" y="2217471"/>
            <a:ext cx="3714878" cy="1718336"/>
          </a:xfrm>
          <a:custGeom>
            <a:avLst/>
            <a:gdLst/>
            <a:ahLst/>
            <a:cxnLst/>
            <a:rect l="l" t="t" r="r" b="b"/>
            <a:pathLst>
              <a:path w="3714878" h="1718336">
                <a:moveTo>
                  <a:pt x="0" y="0"/>
                </a:moveTo>
                <a:lnTo>
                  <a:pt x="3714878" y="0"/>
                </a:lnTo>
                <a:lnTo>
                  <a:pt x="3714878" y="1718336"/>
                </a:lnTo>
                <a:lnTo>
                  <a:pt x="0" y="1718336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400543" y="2086550"/>
            <a:ext cx="1006454" cy="818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443" b="1" dirty="0">
                <a:solidFill>
                  <a:srgbClr val="000000">
                    <a:alpha val="2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7302" y="4132092"/>
            <a:ext cx="11537396" cy="949176"/>
          </a:xfrm>
          <a:custGeom>
            <a:avLst/>
            <a:gdLst/>
            <a:ahLst/>
            <a:cxnLst/>
            <a:rect l="l" t="t" r="r" b="b"/>
            <a:pathLst>
              <a:path w="11537396" h="949176">
                <a:moveTo>
                  <a:pt x="0" y="0"/>
                </a:moveTo>
                <a:lnTo>
                  <a:pt x="11537396" y="0"/>
                </a:lnTo>
                <a:lnTo>
                  <a:pt x="11537396" y="949176"/>
                </a:lnTo>
                <a:lnTo>
                  <a:pt x="0" y="94917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0040" y="4295743"/>
            <a:ext cx="11291919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9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สูตรความสำเร็จ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9584" y="4623045"/>
            <a:ext cx="11332832" cy="294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33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Message + Evidence + Action = </a:t>
            </a:r>
            <a:r>
              <a:rPr lang="en-US" sz="1933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Effective Policy Communication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7302" y="5277649"/>
            <a:ext cx="11537396" cy="572779"/>
          </a:xfrm>
          <a:custGeom>
            <a:avLst/>
            <a:gdLst/>
            <a:ahLst/>
            <a:cxnLst/>
            <a:rect l="l" t="t" r="r" b="b"/>
            <a:pathLst>
              <a:path w="11537396" h="572779">
                <a:moveTo>
                  <a:pt x="0" y="0"/>
                </a:moveTo>
                <a:lnTo>
                  <a:pt x="11537396" y="0"/>
                </a:lnTo>
                <a:lnTo>
                  <a:pt x="11537396" y="572779"/>
                </a:lnTo>
                <a:lnTo>
                  <a:pt x="0" y="572779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39026" y="5441300"/>
            <a:ext cx="214792" cy="245477"/>
          </a:xfrm>
          <a:custGeom>
            <a:avLst/>
            <a:gdLst/>
            <a:ahLst/>
            <a:cxnLst/>
            <a:rect l="l" t="t" r="r" b="b"/>
            <a:pathLst>
              <a:path w="214792" h="245477">
                <a:moveTo>
                  <a:pt x="0" y="103560"/>
                </a:moveTo>
                <a:cubicBezTo>
                  <a:pt x="0" y="71773"/>
                  <a:pt x="25746" y="46027"/>
                  <a:pt x="57534" y="46027"/>
                </a:cubicBezTo>
                <a:lnTo>
                  <a:pt x="61369" y="46027"/>
                </a:lnTo>
                <a:cubicBezTo>
                  <a:pt x="69855" y="46027"/>
                  <a:pt x="76711" y="52883"/>
                  <a:pt x="76711" y="61369"/>
                </a:cubicBezTo>
                <a:cubicBezTo>
                  <a:pt x="76711" y="69855"/>
                  <a:pt x="69855" y="76711"/>
                  <a:pt x="61369" y="76711"/>
                </a:cubicBezTo>
                <a:lnTo>
                  <a:pt x="57534" y="76711"/>
                </a:lnTo>
                <a:cubicBezTo>
                  <a:pt x="42719" y="76711"/>
                  <a:pt x="30685" y="88746"/>
                  <a:pt x="30685" y="103560"/>
                </a:cubicBezTo>
                <a:lnTo>
                  <a:pt x="30685" y="107396"/>
                </a:lnTo>
                <a:lnTo>
                  <a:pt x="61369" y="107396"/>
                </a:lnTo>
                <a:cubicBezTo>
                  <a:pt x="78294" y="107396"/>
                  <a:pt x="92054" y="121156"/>
                  <a:pt x="92054" y="138081"/>
                </a:cubicBezTo>
                <a:lnTo>
                  <a:pt x="92054" y="168765"/>
                </a:lnTo>
                <a:cubicBezTo>
                  <a:pt x="92054" y="185690"/>
                  <a:pt x="78294" y="199450"/>
                  <a:pt x="61369" y="199450"/>
                </a:cubicBezTo>
                <a:lnTo>
                  <a:pt x="30685" y="199450"/>
                </a:lnTo>
                <a:cubicBezTo>
                  <a:pt x="13760" y="199450"/>
                  <a:pt x="0" y="185690"/>
                  <a:pt x="0" y="168765"/>
                </a:cubicBezTo>
                <a:lnTo>
                  <a:pt x="0" y="103560"/>
                </a:lnTo>
                <a:close/>
                <a:moveTo>
                  <a:pt x="122738" y="103560"/>
                </a:moveTo>
                <a:cubicBezTo>
                  <a:pt x="122738" y="71773"/>
                  <a:pt x="148485" y="46027"/>
                  <a:pt x="180272" y="46027"/>
                </a:cubicBezTo>
                <a:lnTo>
                  <a:pt x="184107" y="46027"/>
                </a:lnTo>
                <a:cubicBezTo>
                  <a:pt x="192594" y="46027"/>
                  <a:pt x="199450" y="52883"/>
                  <a:pt x="199450" y="61369"/>
                </a:cubicBezTo>
                <a:cubicBezTo>
                  <a:pt x="199450" y="69855"/>
                  <a:pt x="192594" y="76711"/>
                  <a:pt x="184107" y="76711"/>
                </a:cubicBezTo>
                <a:lnTo>
                  <a:pt x="180272" y="76711"/>
                </a:lnTo>
                <a:cubicBezTo>
                  <a:pt x="165457" y="76711"/>
                  <a:pt x="153423" y="88746"/>
                  <a:pt x="153423" y="103560"/>
                </a:cubicBezTo>
                <a:lnTo>
                  <a:pt x="153423" y="107396"/>
                </a:lnTo>
                <a:lnTo>
                  <a:pt x="184107" y="107396"/>
                </a:lnTo>
                <a:cubicBezTo>
                  <a:pt x="201032" y="107396"/>
                  <a:pt x="214792" y="121156"/>
                  <a:pt x="214792" y="138081"/>
                </a:cubicBezTo>
                <a:lnTo>
                  <a:pt x="214792" y="168765"/>
                </a:lnTo>
                <a:cubicBezTo>
                  <a:pt x="214792" y="185690"/>
                  <a:pt x="201032" y="199450"/>
                  <a:pt x="184107" y="199450"/>
                </a:cubicBezTo>
                <a:lnTo>
                  <a:pt x="153423" y="199450"/>
                </a:lnTo>
                <a:cubicBezTo>
                  <a:pt x="136498" y="199450"/>
                  <a:pt x="122738" y="185690"/>
                  <a:pt x="122738" y="168765"/>
                </a:cubicBezTo>
                <a:lnTo>
                  <a:pt x="122738" y="103560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28719" y="5444369"/>
            <a:ext cx="7233374" cy="237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การสื่อสารนโยบายที่มีประสิทธิภาพต้องการทั้งศิลปะและวิทยาศาสตร์ ฝึกฝนอย่างสม่ำเสมอ และอย่าหยุดพัฒนา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7302" y="6382389"/>
            <a:ext cx="654604" cy="65460"/>
          </a:xfrm>
          <a:custGeom>
            <a:avLst/>
            <a:gdLst/>
            <a:ahLst/>
            <a:cxnLst/>
            <a:rect l="l" t="t" r="r" b="b"/>
            <a:pathLst>
              <a:path w="654604" h="65460">
                <a:moveTo>
                  <a:pt x="0" y="0"/>
                </a:moveTo>
                <a:lnTo>
                  <a:pt x="654604" y="0"/>
                </a:lnTo>
                <a:lnTo>
                  <a:pt x="654604" y="65460"/>
                </a:lnTo>
                <a:lnTo>
                  <a:pt x="0" y="6546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112827" y="6382389"/>
            <a:ext cx="392762" cy="65460"/>
          </a:xfrm>
          <a:custGeom>
            <a:avLst/>
            <a:gdLst/>
            <a:ahLst/>
            <a:cxnLst/>
            <a:rect l="l" t="t" r="r" b="b"/>
            <a:pathLst>
              <a:path w="392762" h="65460">
                <a:moveTo>
                  <a:pt x="0" y="0"/>
                </a:moveTo>
                <a:lnTo>
                  <a:pt x="392762" y="0"/>
                </a:lnTo>
                <a:lnTo>
                  <a:pt x="392762" y="65460"/>
                </a:lnTo>
                <a:lnTo>
                  <a:pt x="0" y="654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636510" y="6300564"/>
            <a:ext cx="1824709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ขอให้โชคดีในการนำเสนอ!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90953" y="2381122"/>
            <a:ext cx="458223" cy="458223"/>
          </a:xfrm>
          <a:custGeom>
            <a:avLst/>
            <a:gdLst/>
            <a:ahLst/>
            <a:cxnLst/>
            <a:rect l="l" t="t" r="r" b="b"/>
            <a:pathLst>
              <a:path w="458223" h="458223">
                <a:moveTo>
                  <a:pt x="0" y="0"/>
                </a:moveTo>
                <a:lnTo>
                  <a:pt x="458223" y="0"/>
                </a:lnTo>
                <a:lnTo>
                  <a:pt x="458223" y="458223"/>
                </a:lnTo>
                <a:lnTo>
                  <a:pt x="0" y="458223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1874" y="2512043"/>
            <a:ext cx="196381" cy="196381"/>
          </a:xfrm>
          <a:custGeom>
            <a:avLst/>
            <a:gdLst/>
            <a:ahLst/>
            <a:cxnLst/>
            <a:rect l="l" t="t" r="r" b="b"/>
            <a:pathLst>
              <a:path w="196381" h="196381">
                <a:moveTo>
                  <a:pt x="98191" y="184107"/>
                </a:moveTo>
                <a:cubicBezTo>
                  <a:pt x="152426" y="184107"/>
                  <a:pt x="196381" y="142875"/>
                  <a:pt x="196381" y="92054"/>
                </a:cubicBezTo>
                <a:cubicBezTo>
                  <a:pt x="196381" y="41232"/>
                  <a:pt x="152426" y="0"/>
                  <a:pt x="98191" y="0"/>
                </a:cubicBezTo>
                <a:cubicBezTo>
                  <a:pt x="43956" y="0"/>
                  <a:pt x="0" y="41232"/>
                  <a:pt x="0" y="92054"/>
                </a:cubicBezTo>
                <a:cubicBezTo>
                  <a:pt x="0" y="112881"/>
                  <a:pt x="7364" y="132059"/>
                  <a:pt x="19792" y="147478"/>
                </a:cubicBezTo>
                <a:lnTo>
                  <a:pt x="1074" y="182880"/>
                </a:lnTo>
                <a:cubicBezTo>
                  <a:pt x="-767" y="186332"/>
                  <a:pt x="-192" y="190551"/>
                  <a:pt x="2455" y="193428"/>
                </a:cubicBezTo>
                <a:cubicBezTo>
                  <a:pt x="5101" y="196304"/>
                  <a:pt x="9282" y="197187"/>
                  <a:pt x="12849" y="195652"/>
                </a:cubicBezTo>
                <a:lnTo>
                  <a:pt x="58262" y="176206"/>
                </a:lnTo>
                <a:cubicBezTo>
                  <a:pt x="70459" y="181269"/>
                  <a:pt x="83961" y="184107"/>
                  <a:pt x="98191" y="184107"/>
                </a:cubicBezTo>
                <a:close/>
                <a:moveTo>
                  <a:pt x="49095" y="79780"/>
                </a:moveTo>
                <a:cubicBezTo>
                  <a:pt x="55869" y="79780"/>
                  <a:pt x="61369" y="85280"/>
                  <a:pt x="61369" y="92054"/>
                </a:cubicBezTo>
                <a:cubicBezTo>
                  <a:pt x="61369" y="98828"/>
                  <a:pt x="55869" y="104328"/>
                  <a:pt x="49095" y="104328"/>
                </a:cubicBezTo>
                <a:cubicBezTo>
                  <a:pt x="42321" y="104328"/>
                  <a:pt x="36821" y="98828"/>
                  <a:pt x="36821" y="92054"/>
                </a:cubicBezTo>
                <a:cubicBezTo>
                  <a:pt x="36821" y="85280"/>
                  <a:pt x="42321" y="79780"/>
                  <a:pt x="49095" y="79780"/>
                </a:cubicBezTo>
                <a:close/>
                <a:moveTo>
                  <a:pt x="98191" y="79780"/>
                </a:moveTo>
                <a:cubicBezTo>
                  <a:pt x="104965" y="79780"/>
                  <a:pt x="110464" y="85280"/>
                  <a:pt x="110464" y="92054"/>
                </a:cubicBezTo>
                <a:cubicBezTo>
                  <a:pt x="110464" y="98828"/>
                  <a:pt x="104965" y="104328"/>
                  <a:pt x="98191" y="104328"/>
                </a:cubicBezTo>
                <a:cubicBezTo>
                  <a:pt x="91416" y="104328"/>
                  <a:pt x="85917" y="98828"/>
                  <a:pt x="85917" y="92054"/>
                </a:cubicBezTo>
                <a:cubicBezTo>
                  <a:pt x="85917" y="85280"/>
                  <a:pt x="91416" y="79780"/>
                  <a:pt x="98191" y="79780"/>
                </a:cubicBezTo>
                <a:close/>
                <a:moveTo>
                  <a:pt x="135012" y="92054"/>
                </a:moveTo>
                <a:cubicBezTo>
                  <a:pt x="135012" y="85280"/>
                  <a:pt x="140512" y="79780"/>
                  <a:pt x="147286" y="79780"/>
                </a:cubicBezTo>
                <a:cubicBezTo>
                  <a:pt x="154060" y="79780"/>
                  <a:pt x="159560" y="85280"/>
                  <a:pt x="159560" y="92054"/>
                </a:cubicBezTo>
                <a:cubicBezTo>
                  <a:pt x="159560" y="98828"/>
                  <a:pt x="154060" y="104328"/>
                  <a:pt x="147286" y="104328"/>
                </a:cubicBezTo>
                <a:cubicBezTo>
                  <a:pt x="140512" y="104328"/>
                  <a:pt x="135012" y="98828"/>
                  <a:pt x="135012" y="92054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0953" y="2937536"/>
            <a:ext cx="3485766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6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Message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90953" y="3264742"/>
            <a:ext cx="3461219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ข้อความชัดเจน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90953" y="3559314"/>
            <a:ext cx="3453036" cy="212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สร้างข้อความหลักที่ตรงไปตรงมา เข้าใจง่าย ตอบโจทย์ผู้ฟัง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01598" y="2381122"/>
            <a:ext cx="458223" cy="458223"/>
          </a:xfrm>
          <a:custGeom>
            <a:avLst/>
            <a:gdLst/>
            <a:ahLst/>
            <a:cxnLst/>
            <a:rect l="l" t="t" r="r" b="b"/>
            <a:pathLst>
              <a:path w="458223" h="458223">
                <a:moveTo>
                  <a:pt x="0" y="0"/>
                </a:moveTo>
                <a:lnTo>
                  <a:pt x="458223" y="0"/>
                </a:lnTo>
                <a:lnTo>
                  <a:pt x="458223" y="458223"/>
                </a:lnTo>
                <a:lnTo>
                  <a:pt x="0" y="458223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44793" y="2512043"/>
            <a:ext cx="171834" cy="196381"/>
          </a:xfrm>
          <a:custGeom>
            <a:avLst/>
            <a:gdLst/>
            <a:ahLst/>
            <a:cxnLst/>
            <a:rect l="l" t="t" r="r" b="b"/>
            <a:pathLst>
              <a:path w="171834" h="196381">
                <a:moveTo>
                  <a:pt x="171834" y="78936"/>
                </a:moveTo>
                <a:cubicBezTo>
                  <a:pt x="166157" y="82695"/>
                  <a:pt x="159636" y="85725"/>
                  <a:pt x="152847" y="88141"/>
                </a:cubicBezTo>
                <a:cubicBezTo>
                  <a:pt x="134820" y="94585"/>
                  <a:pt x="111155" y="98191"/>
                  <a:pt x="85917" y="98191"/>
                </a:cubicBezTo>
                <a:cubicBezTo>
                  <a:pt x="60679" y="98191"/>
                  <a:pt x="36975" y="94547"/>
                  <a:pt x="18986" y="88141"/>
                </a:cubicBezTo>
                <a:cubicBezTo>
                  <a:pt x="12235" y="85725"/>
                  <a:pt x="5677" y="82695"/>
                  <a:pt x="0" y="78936"/>
                </a:cubicBezTo>
                <a:lnTo>
                  <a:pt x="0" y="110464"/>
                </a:lnTo>
                <a:cubicBezTo>
                  <a:pt x="0" y="127418"/>
                  <a:pt x="38471" y="141149"/>
                  <a:pt x="85917" y="141149"/>
                </a:cubicBezTo>
                <a:cubicBezTo>
                  <a:pt x="133363" y="141149"/>
                  <a:pt x="171834" y="127418"/>
                  <a:pt x="171834" y="110464"/>
                </a:cubicBezTo>
                <a:lnTo>
                  <a:pt x="171834" y="78936"/>
                </a:lnTo>
                <a:close/>
                <a:moveTo>
                  <a:pt x="171834" y="49095"/>
                </a:moveTo>
                <a:lnTo>
                  <a:pt x="171834" y="30685"/>
                </a:lnTo>
                <a:cubicBezTo>
                  <a:pt x="171834" y="13731"/>
                  <a:pt x="133363" y="0"/>
                  <a:pt x="85917" y="0"/>
                </a:cubicBezTo>
                <a:cubicBezTo>
                  <a:pt x="38471" y="0"/>
                  <a:pt x="0" y="13731"/>
                  <a:pt x="0" y="30685"/>
                </a:cubicBezTo>
                <a:lnTo>
                  <a:pt x="0" y="49095"/>
                </a:lnTo>
                <a:cubicBezTo>
                  <a:pt x="0" y="66049"/>
                  <a:pt x="38471" y="79780"/>
                  <a:pt x="85917" y="79780"/>
                </a:cubicBezTo>
                <a:cubicBezTo>
                  <a:pt x="133363" y="79780"/>
                  <a:pt x="171834" y="66049"/>
                  <a:pt x="171834" y="49095"/>
                </a:cubicBezTo>
                <a:close/>
                <a:moveTo>
                  <a:pt x="152847" y="149511"/>
                </a:moveTo>
                <a:cubicBezTo>
                  <a:pt x="134859" y="155916"/>
                  <a:pt x="111193" y="159560"/>
                  <a:pt x="85917" y="159560"/>
                </a:cubicBezTo>
                <a:cubicBezTo>
                  <a:pt x="60640" y="159560"/>
                  <a:pt x="36975" y="155916"/>
                  <a:pt x="18986" y="149511"/>
                </a:cubicBezTo>
                <a:cubicBezTo>
                  <a:pt x="12235" y="147094"/>
                  <a:pt x="5677" y="144064"/>
                  <a:pt x="0" y="140305"/>
                </a:cubicBezTo>
                <a:lnTo>
                  <a:pt x="0" y="165697"/>
                </a:lnTo>
                <a:cubicBezTo>
                  <a:pt x="0" y="182650"/>
                  <a:pt x="38471" y="196381"/>
                  <a:pt x="85917" y="196381"/>
                </a:cubicBezTo>
                <a:cubicBezTo>
                  <a:pt x="133363" y="196381"/>
                  <a:pt x="171834" y="182650"/>
                  <a:pt x="171834" y="165697"/>
                </a:cubicBezTo>
                <a:lnTo>
                  <a:pt x="171834" y="140305"/>
                </a:lnTo>
                <a:cubicBezTo>
                  <a:pt x="166157" y="144064"/>
                  <a:pt x="159636" y="147094"/>
                  <a:pt x="152847" y="149511"/>
                </a:cubicBez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401598" y="2937536"/>
            <a:ext cx="3485766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6" b="1" dirty="0">
                <a:solidFill>
                  <a:srgbClr val="CC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Evidence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01598" y="3264742"/>
            <a:ext cx="3461219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หลักฐานน่าเชื่อถือ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401598" y="3559314"/>
            <a:ext cx="3453036" cy="212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ใช้ข้อมูลและหลักฐานสนับสนุน เลือกตัวเลขที่ทรงพลัง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312244" y="2381122"/>
            <a:ext cx="458223" cy="458223"/>
          </a:xfrm>
          <a:custGeom>
            <a:avLst/>
            <a:gdLst/>
            <a:ahLst/>
            <a:cxnLst/>
            <a:rect l="l" t="t" r="r" b="b"/>
            <a:pathLst>
              <a:path w="458223" h="458223">
                <a:moveTo>
                  <a:pt x="0" y="0"/>
                </a:moveTo>
                <a:lnTo>
                  <a:pt x="458223" y="0"/>
                </a:lnTo>
                <a:lnTo>
                  <a:pt x="458223" y="458223"/>
                </a:lnTo>
                <a:lnTo>
                  <a:pt x="0" y="458223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443164" y="2512043"/>
            <a:ext cx="196381" cy="196381"/>
          </a:xfrm>
          <a:custGeom>
            <a:avLst/>
            <a:gdLst/>
            <a:ahLst/>
            <a:cxnLst/>
            <a:rect l="l" t="t" r="r" b="b"/>
            <a:pathLst>
              <a:path w="196381" h="196381">
                <a:moveTo>
                  <a:pt x="49095" y="122738"/>
                </a:moveTo>
                <a:lnTo>
                  <a:pt x="9397" y="122738"/>
                </a:lnTo>
                <a:cubicBezTo>
                  <a:pt x="-153" y="122738"/>
                  <a:pt x="-6022" y="112344"/>
                  <a:pt x="-1112" y="104136"/>
                </a:cubicBezTo>
                <a:lnTo>
                  <a:pt x="19178" y="70306"/>
                </a:lnTo>
                <a:cubicBezTo>
                  <a:pt x="22515" y="64744"/>
                  <a:pt x="28498" y="61369"/>
                  <a:pt x="34980" y="61369"/>
                </a:cubicBezTo>
                <a:lnTo>
                  <a:pt x="71418" y="61369"/>
                </a:lnTo>
                <a:cubicBezTo>
                  <a:pt x="100607" y="11929"/>
                  <a:pt x="144141" y="9436"/>
                  <a:pt x="173253" y="13693"/>
                </a:cubicBezTo>
                <a:cubicBezTo>
                  <a:pt x="178162" y="14422"/>
                  <a:pt x="181998" y="18257"/>
                  <a:pt x="182688" y="23128"/>
                </a:cubicBezTo>
                <a:cubicBezTo>
                  <a:pt x="186946" y="52240"/>
                  <a:pt x="184453" y="95774"/>
                  <a:pt x="135012" y="124963"/>
                </a:cubicBezTo>
                <a:lnTo>
                  <a:pt x="135012" y="161401"/>
                </a:lnTo>
                <a:cubicBezTo>
                  <a:pt x="135012" y="167883"/>
                  <a:pt x="131637" y="173866"/>
                  <a:pt x="126075" y="177203"/>
                </a:cubicBezTo>
                <a:lnTo>
                  <a:pt x="92245" y="197494"/>
                </a:lnTo>
                <a:cubicBezTo>
                  <a:pt x="84076" y="202403"/>
                  <a:pt x="73643" y="196496"/>
                  <a:pt x="73643" y="186984"/>
                </a:cubicBezTo>
                <a:lnTo>
                  <a:pt x="73643" y="147286"/>
                </a:lnTo>
                <a:cubicBezTo>
                  <a:pt x="73643" y="133746"/>
                  <a:pt x="62635" y="122738"/>
                  <a:pt x="49095" y="122738"/>
                </a:cubicBezTo>
                <a:lnTo>
                  <a:pt x="49057" y="122738"/>
                </a:lnTo>
                <a:close/>
                <a:moveTo>
                  <a:pt x="153423" y="61369"/>
                </a:moveTo>
                <a:cubicBezTo>
                  <a:pt x="153423" y="51208"/>
                  <a:pt x="145173" y="42958"/>
                  <a:pt x="135012" y="42958"/>
                </a:cubicBezTo>
                <a:cubicBezTo>
                  <a:pt x="124851" y="42958"/>
                  <a:pt x="116601" y="51208"/>
                  <a:pt x="116601" y="61369"/>
                </a:cubicBezTo>
                <a:cubicBezTo>
                  <a:pt x="116601" y="71530"/>
                  <a:pt x="124851" y="79780"/>
                  <a:pt x="135012" y="79780"/>
                </a:cubicBezTo>
                <a:cubicBezTo>
                  <a:pt x="145173" y="79780"/>
                  <a:pt x="153423" y="71530"/>
                  <a:pt x="153423" y="61369"/>
                </a:cubicBezTo>
                <a:close/>
              </a:path>
            </a:pathLst>
          </a:cu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312244" y="2937536"/>
            <a:ext cx="3485766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6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Action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312244" y="3264742"/>
            <a:ext cx="3461219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ข้อเสนอแนะที่ปฏิบัติได้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312244" y="3559314"/>
            <a:ext cx="3453036" cy="212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1" dirty="0">
                <a:solidFill>
                  <a:srgbClr val="F5F1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ระบุสิ่งที่ต้องการอย่างชัดเจน พร้อมแผนปฏิบัติการ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2064</Words>
  <Application>Microsoft Office PowerPoint</Application>
  <PresentationFormat>Custom</PresentationFormat>
  <Paragraphs>558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Alimama ShuHeiTi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การนำเสนอและสื่อสารนโยบาย</dc:title>
  <dc:subject>การนำเสนอและสื่อสารนโยบาย</dc:subject>
  <dc:creator>Kimi</dc:creator>
  <cp:lastModifiedBy>khongsak chaichana</cp:lastModifiedBy>
  <cp:revision>4</cp:revision>
  <dcterms:created xsi:type="dcterms:W3CDTF">2026-02-19T09:17:36Z</dcterms:created>
  <dcterms:modified xsi:type="dcterms:W3CDTF">2026-02-19T15:37:01Z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การนำเสนอและสื่อสารนโยบาย","ContentProducer":"001191110108MACG2KBH8F10000","ProduceID":"19c7521c-70b2-8010-8000-0000ec4c8579","ReservedCode1":"","ContentPropagator":"001191110108MACG2KBH8F20000","PropagateID":"19c7521c-70b2-8010-8000-0000ec4c8579","ReservedCode2":""}</vt:lpwstr>
  </property>
</Properties>
</file>